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2AA22-DAC2-46FA-B2BB-015F5977C620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4D0D4F-76C3-44DE-B9B8-0F981DA53B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80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D0D4F-76C3-44DE-B9B8-0F981DA53B5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69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4AC9-1943-107A-F85B-BE911DBD13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C944C-10BC-F02D-3E55-FDBFFC2F8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2B98F-D65E-AABD-7424-CACF7C38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D0F72-A77D-A5E1-0CA1-9DEBD8A70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81D28-82C9-4056-A0B7-69F9C5D60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742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8A8BB-2219-9328-030F-9E6EF92E9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EEF2A-D21D-205E-26EA-38DEB07CF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A76C1-E909-065E-BBBA-3B653FF7B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297F1-8F24-4DF1-7AB7-B01FB95E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21521-C5BD-5E3B-3B92-837D8FDF8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062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1A75B-3294-B924-5219-F12F92BC1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2F387-4513-6CEF-F062-CE7D2A8561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04B46-09A1-9774-D352-D813DFD64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3A50C-8CDC-3225-125D-536AACA5D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40FB5-1602-700E-C61C-5CB209BC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174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EB250-2FF1-2B60-6BB6-C1AFF24D7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CD9CB-1FC9-3E26-2E9A-1240908AD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D9F7F-9FD6-46CB-71EC-08BE6381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A86FB-4C8F-DD31-5173-4A9F68A9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33DA3-AA66-66E4-7FA6-B818A3F98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84CD-C590-DFE1-2C5C-C50562784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67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5398A-20B8-DEFC-CF0F-4B4FD1068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0B7E2B-ED2F-9ED3-A31E-38528E2B42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F3A210-774E-F5F9-4B86-F0CAA7F436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461A7-3310-AAC3-8F37-BD463EBEF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A13BD7-28BC-456F-1FF7-747AA1FF45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FBC376-2F2E-53F7-A371-3979BEC27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D563-535F-5B86-E031-6B2AA985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F17699-F6D0-D51E-2C1D-E2EA2336E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17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B762-E585-A751-2824-7DC8F22C5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61561F-C3D2-6720-A162-9239EEC79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05211C-0D8F-1797-3332-96E9A11E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667104-EE93-0D84-EA8E-989F52EC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234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0A3593-EB91-B9ED-D726-54A8A8BF0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9C0C77-2FA6-43FB-3A5D-9225AFC23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E9E11-E149-F4F6-F464-C8873071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567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D5CD-7EF7-E7FD-0146-43015AB30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04FDF-A541-F0DC-FC57-04CB093E1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6B3D59-7C0B-F3A5-A553-A668F312C5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536EFC-937C-8945-4DAF-C7B52C245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4861A-023A-DCC8-D22B-72ED3EC7B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B0838E-407F-29F0-055E-B7812DDAD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478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B7531-82A2-4F93-F7FB-6CDFA4464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0E7016-727A-BA68-0307-BAC9B9B72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9727DA-9514-DF9C-5DB6-EB1A0589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2FFE2-5BF1-BEC4-0096-E78D0BC9A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B67B7B-5476-1AD4-5E77-AA63362CF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7A0B1-AB99-47CF-9975-B0B84DD8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346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C68D-9927-0C59-41C8-3E10AA9B7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046E7-35C5-112F-D535-AD77E9E8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EC801-1207-A0F7-EFBB-EFC4751FB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43B78-DC30-A3E9-E086-715FBACFF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3035-B73F-A78C-8ACB-B4CABBC8B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73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2BB70C-FF2D-85F2-E267-C0AB1BD252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68152F-6DB2-0AFC-3053-E4782399C1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DC044-5410-5F16-4A54-9F2B3AD89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E54041-9906-C455-BB1A-ADB4D2624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7FE5E-D6CC-A382-577A-0717E795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111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032810-C4E9-EAB2-D254-56FA12D6E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3C412-D829-5089-6615-DF5204A3C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5B3A6-B947-3579-79D2-BF7E6AC8A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7BB23E-00DE-4E51-95B9-88DE2F59923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343178-35E7-A777-6432-CED1EEE8C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6A3E5-06A0-B39B-584B-D8698C90D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F37A95-173D-42CB-908D-7E5247589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AAAF8-4ACF-7233-8B4A-54F7F2EABD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Enrollment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D75C0-C569-3575-383E-50FB5A0BD2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Vojto </a:t>
            </a:r>
            <a:r>
              <a:rPr lang="en-US" dirty="0" err="1"/>
              <a:t>Gáborík</a:t>
            </a:r>
            <a:r>
              <a:rPr lang="en-US" dirty="0"/>
              <a:t>, Veronika Kavanová, Jan Novák, Vojtěch Štěpán</a:t>
            </a:r>
          </a:p>
        </p:txBody>
      </p:sp>
    </p:spTree>
    <p:extLst>
      <p:ext uri="{BB962C8B-B14F-4D97-AF65-F5344CB8AC3E}">
        <p14:creationId xmlns:p14="http://schemas.microsoft.com/office/powerpoint/2010/main" val="2588529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D2A80-B65A-4392-25B1-8C86D7B4D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561BC-12D4-AF2F-86A6-983EE5ABD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83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BA5AD-64CD-4CC0-21F4-B01126E1B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Feature: Student enrollment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FCF53-A499-9925-131F-931AE51F5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Worked on by Veronika Kavanová and Jan Novák</a:t>
            </a:r>
          </a:p>
        </p:txBody>
      </p:sp>
    </p:spTree>
    <p:extLst>
      <p:ext uri="{BB962C8B-B14F-4D97-AF65-F5344CB8AC3E}">
        <p14:creationId xmlns:p14="http://schemas.microsoft.com/office/powerpoint/2010/main" val="2390331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D128-3BE2-B5D4-296E-1FBA9774C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Feature: Student enrollment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907AC9-4A46-89FF-04FF-D3F6A36A2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Worked on by Vojtěch Štěpán and Vojto </a:t>
            </a:r>
            <a:r>
              <a:rPr lang="en-US" dirty="0" err="1"/>
              <a:t>Gáborík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489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DD308-A445-4D3C-676E-A676FF604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Feature: Student enrollment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3902A-7870-B257-0374-4F112CA63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Worked on by Jan Novák and Vojtěch Štěpán </a:t>
            </a:r>
          </a:p>
        </p:txBody>
      </p:sp>
    </p:spTree>
    <p:extLst>
      <p:ext uri="{BB962C8B-B14F-4D97-AF65-F5344CB8AC3E}">
        <p14:creationId xmlns:p14="http://schemas.microsoft.com/office/powerpoint/2010/main" val="3385583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F385A-7408-F6C6-D8D5-C08096BD9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Feature: Setting enrollment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1C06-65CD-E699-D801-373DD0BF4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Worked on by Vojto </a:t>
            </a:r>
            <a:r>
              <a:rPr lang="en-US" dirty="0" err="1"/>
              <a:t>Gáborík</a:t>
            </a:r>
            <a:r>
              <a:rPr lang="en-US" dirty="0"/>
              <a:t> and Veronika Kavanová</a:t>
            </a:r>
          </a:p>
        </p:txBody>
      </p:sp>
    </p:spTree>
    <p:extLst>
      <p:ext uri="{BB962C8B-B14F-4D97-AF65-F5344CB8AC3E}">
        <p14:creationId xmlns:p14="http://schemas.microsoft.com/office/powerpoint/2010/main" val="2372389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DB7EE-89DB-882C-B7ED-E9B1B4F17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166"/>
            <a:ext cx="10515600" cy="1325563"/>
          </a:xfrm>
        </p:spPr>
        <p:txBody>
          <a:bodyPr/>
          <a:lstStyle/>
          <a:p>
            <a:r>
              <a:rPr lang="en-US" dirty="0"/>
              <a:t>Architecture – L1 layer</a:t>
            </a:r>
          </a:p>
        </p:txBody>
      </p:sp>
      <p:pic>
        <p:nvPicPr>
          <p:cNvPr id="5" name="Content Placeholder 4" descr="A diagram of a system&#10;&#10;AI-generated content may be incorrect.">
            <a:extLst>
              <a:ext uri="{FF2B5EF4-FFF2-40B4-BE49-F238E27FC236}">
                <a16:creationId xmlns:a16="http://schemas.microsoft.com/office/drawing/2014/main" id="{38C52A69-D4EF-98F1-FE04-94356C8DF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288" y="1296986"/>
            <a:ext cx="7074494" cy="5054654"/>
          </a:xfrm>
        </p:spPr>
      </p:pic>
    </p:spTree>
    <p:extLst>
      <p:ext uri="{BB962C8B-B14F-4D97-AF65-F5344CB8AC3E}">
        <p14:creationId xmlns:p14="http://schemas.microsoft.com/office/powerpoint/2010/main" val="3418332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A7D5-A1F6-F189-1CAF-3BB49795C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– L2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51BA7-66B3-BFA6-328E-B89CA5097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5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25E74-DC6A-43A2-3464-395CDA841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– L3 {container}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C1654-003E-5619-0184-93EBE6B21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22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CDA16-425F-03D3-473B-4B616EE0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93134-8DE3-5162-D67C-46C96E64E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Worked on by Vojtěch Štěpán</a:t>
            </a:r>
          </a:p>
        </p:txBody>
      </p:sp>
    </p:spTree>
    <p:extLst>
      <p:ext uri="{BB962C8B-B14F-4D97-AF65-F5344CB8AC3E}">
        <p14:creationId xmlns:p14="http://schemas.microsoft.com/office/powerpoint/2010/main" val="3661627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F70E-5145-688B-6A64-E94D1D3F2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5496D-B25B-29E0-E5E7-B6E244293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US" dirty="0"/>
              <a:t>Worked on by Veronika Kavanová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5AD8C9-D0FF-0628-43AA-614474812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0" y="2335290"/>
            <a:ext cx="9921073" cy="442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49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5716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95</Words>
  <Application>Microsoft Office PowerPoint</Application>
  <PresentationFormat>Widescreen</PresentationFormat>
  <Paragraphs>19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Enrollment system</vt:lpstr>
      <vt:lpstr>Features</vt:lpstr>
      <vt:lpstr>Feature: Student enrollment</vt:lpstr>
      <vt:lpstr>Feature: Student enrollment cancellation</vt:lpstr>
      <vt:lpstr>Feature: Student enrollment management</vt:lpstr>
      <vt:lpstr>Feature: Setting enrollment conditions</vt:lpstr>
      <vt:lpstr>Architecture – L1 layer</vt:lpstr>
      <vt:lpstr>Architecture – L2 layer</vt:lpstr>
      <vt:lpstr>Architecture – L3 {container} components</vt:lpstr>
      <vt:lpstr>Dynamic diagram</vt:lpstr>
      <vt:lpstr>Deployment diagram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Veronika Kavanová</dc:creator>
  <cp:lastModifiedBy>Veronika Kavanová</cp:lastModifiedBy>
  <cp:revision>1</cp:revision>
  <dcterms:created xsi:type="dcterms:W3CDTF">2025-11-22T20:27:36Z</dcterms:created>
  <dcterms:modified xsi:type="dcterms:W3CDTF">2025-11-22T20:58:53Z</dcterms:modified>
</cp:coreProperties>
</file>