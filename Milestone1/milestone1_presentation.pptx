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slideLayouts/slideLayout3.xml" ContentType="application/vnd.openxmlformats-officedocument.presentationml.slideLayout+xml"/>
  <Override PartName="/ppt/theme/theme3.xml" ContentType="application/vnd.openxmlformats-officedocument.theme+xml"/>
  <Override PartName="/ppt/slideLayouts/slideLayout4.xml" ContentType="application/vnd.openxmlformats-officedocument.presentationml.slideLayout+xml"/>
  <Override PartName="/ppt/theme/theme4.xml" ContentType="application/vnd.openxmlformats-officedocument.theme+xml"/>
  <Override PartName="/ppt/slideLayouts/slideLayout5.xml" ContentType="application/vnd.openxmlformats-officedocument.presentationml.slideLayout+xml"/>
  <Override PartName="/ppt/theme/theme5.xml" ContentType="application/vnd.openxmlformats-officedocument.theme+xml"/>
  <Override PartName="/ppt/slideLayouts/slideLayout6.xml" ContentType="application/vnd.openxmlformats-officedocument.presentationml.slideLayout+xml"/>
  <Override PartName="/ppt/theme/theme6.xml" ContentType="application/vnd.openxmlformats-officedocument.theme+xml"/>
  <Override PartName="/ppt/slideLayouts/slideLayout7.xml" ContentType="application/vnd.openxmlformats-officedocument.presentationml.slideLayout+xml"/>
  <Override PartName="/ppt/theme/theme7.xml" ContentType="application/vnd.openxmlformats-officedocument.theme+xml"/>
  <Override PartName="/ppt/slideLayouts/slideLayout8.xml" ContentType="application/vnd.openxmlformats-officedocument.presentationml.slideLayout+xml"/>
  <Override PartName="/ppt/theme/theme8.xml" ContentType="application/vnd.openxmlformats-officedocument.theme+xml"/>
  <Override PartName="/ppt/slideLayouts/slideLayout9.xml" ContentType="application/vnd.openxmlformats-officedocument.presentationml.slideLayout+xml"/>
  <Override PartName="/ppt/theme/theme9.xml" ContentType="application/vnd.openxmlformats-officedocument.theme+xml"/>
  <Override PartName="/ppt/slideLayouts/slideLayout10.xml" ContentType="application/vnd.openxmlformats-officedocument.presentationml.slideLayout+xml"/>
  <Override PartName="/ppt/theme/theme10.xml" ContentType="application/vnd.openxmlformats-officedocument.theme+xml"/>
  <Override PartName="/ppt/slideLayouts/slideLayout11.xml" ContentType="application/vnd.openxmlformats-officedocument.presentationml.slideLayout+xml"/>
  <Override PartName="/ppt/theme/theme11.xml" ContentType="application/vnd.openxmlformats-officedocument.theme+xml"/>
  <Override PartName="/ppt/theme/theme1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0" r:id="rId2"/>
    <p:sldMasterId id="2147483652" r:id="rId3"/>
    <p:sldMasterId id="2147483654" r:id="rId4"/>
    <p:sldMasterId id="2147483656" r:id="rId5"/>
    <p:sldMasterId id="2147483658" r:id="rId6"/>
    <p:sldMasterId id="2147483660" r:id="rId7"/>
    <p:sldMasterId id="2147483662" r:id="rId8"/>
    <p:sldMasterId id="2147483664" r:id="rId9"/>
    <p:sldMasterId id="2147483666" r:id="rId10"/>
    <p:sldMasterId id="2147483668" r:id="rId11"/>
  </p:sldMasterIdLst>
  <p:notesMasterIdLst>
    <p:notesMasterId r:id="rId25"/>
  </p:notesMasterIdLst>
  <p:sldIdLst>
    <p:sldId id="256" r:id="rId12"/>
    <p:sldId id="257" r:id="rId13"/>
    <p:sldId id="258" r:id="rId14"/>
    <p:sldId id="259" r:id="rId15"/>
    <p:sldId id="260" r:id="rId16"/>
    <p:sldId id="261" r:id="rId17"/>
    <p:sldId id="262" r:id="rId18"/>
    <p:sldId id="263" r:id="rId19"/>
    <p:sldId id="264" r:id="rId20"/>
    <p:sldId id="268" r:id="rId21"/>
    <p:sldId id="265" r:id="rId22"/>
    <p:sldId id="266" r:id="rId23"/>
    <p:sldId id="267" r:id="rId24"/>
  </p:sldIdLst>
  <p:sldSz cx="12192000" cy="6858000"/>
  <p:notesSz cx="6858000" cy="9144000"/>
  <p:defaultTextStyle>
    <a:defPPr>
      <a:defRPr lang="cs-CZ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00" d="100"/>
          <a:sy n="100" d="100"/>
        </p:scale>
        <p:origin x="954" y="27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Master" Target="slideMasters/slideMaster8.xml"/><Relationship Id="rId13" Type="http://schemas.openxmlformats.org/officeDocument/2006/relationships/slide" Target="slides/slide2.xml"/><Relationship Id="rId18" Type="http://schemas.openxmlformats.org/officeDocument/2006/relationships/slide" Target="slides/slide7.xml"/><Relationship Id="rId26" Type="http://schemas.openxmlformats.org/officeDocument/2006/relationships/presProps" Target="presProps.xml"/><Relationship Id="rId3" Type="http://schemas.openxmlformats.org/officeDocument/2006/relationships/slideMaster" Target="slideMasters/slideMaster3.xml"/><Relationship Id="rId21" Type="http://schemas.openxmlformats.org/officeDocument/2006/relationships/slide" Target="slides/slide10.xml"/><Relationship Id="rId7" Type="http://schemas.openxmlformats.org/officeDocument/2006/relationships/slideMaster" Target="slideMasters/slideMaster7.xml"/><Relationship Id="rId12" Type="http://schemas.openxmlformats.org/officeDocument/2006/relationships/slide" Target="slides/slide1.xml"/><Relationship Id="rId17" Type="http://schemas.openxmlformats.org/officeDocument/2006/relationships/slide" Target="slides/slide6.xml"/><Relationship Id="rId25" Type="http://schemas.openxmlformats.org/officeDocument/2006/relationships/notesMaster" Target="notesMasters/notesMaster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5.xml"/><Relationship Id="rId20" Type="http://schemas.openxmlformats.org/officeDocument/2006/relationships/slide" Target="slides/slide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Master" Target="slideMasters/slideMaster6.xml"/><Relationship Id="rId11" Type="http://schemas.openxmlformats.org/officeDocument/2006/relationships/slideMaster" Target="slideMasters/slideMaster11.xml"/><Relationship Id="rId24" Type="http://schemas.openxmlformats.org/officeDocument/2006/relationships/slide" Target="slides/slide13.xml"/><Relationship Id="rId5" Type="http://schemas.openxmlformats.org/officeDocument/2006/relationships/slideMaster" Target="slideMasters/slideMaster5.xml"/><Relationship Id="rId15" Type="http://schemas.openxmlformats.org/officeDocument/2006/relationships/slide" Target="slides/slide4.xml"/><Relationship Id="rId23" Type="http://schemas.openxmlformats.org/officeDocument/2006/relationships/slide" Target="slides/slide12.xml"/><Relationship Id="rId28" Type="http://schemas.openxmlformats.org/officeDocument/2006/relationships/theme" Target="theme/theme1.xml"/><Relationship Id="rId10" Type="http://schemas.openxmlformats.org/officeDocument/2006/relationships/slideMaster" Target="slideMasters/slideMaster10.xml"/><Relationship Id="rId19" Type="http://schemas.openxmlformats.org/officeDocument/2006/relationships/slide" Target="slides/slide8.xml"/><Relationship Id="rId4" Type="http://schemas.openxmlformats.org/officeDocument/2006/relationships/slideMaster" Target="slideMasters/slideMaster4.xml"/><Relationship Id="rId9" Type="http://schemas.openxmlformats.org/officeDocument/2006/relationships/slideMaster" Target="slideMasters/slideMaster9.xml"/><Relationship Id="rId14" Type="http://schemas.openxmlformats.org/officeDocument/2006/relationships/slide" Target="slides/slide3.xml"/><Relationship Id="rId22" Type="http://schemas.openxmlformats.org/officeDocument/2006/relationships/slide" Target="slides/slide11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1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1800" b="0" strike="noStrike" spc="-1">
                <a:solidFill>
                  <a:schemeClr val="dk1"/>
                </a:solidFill>
                <a:latin typeface="Aptos"/>
              </a:rPr>
              <a:t>Click to move the slide</a:t>
            </a:r>
          </a:p>
        </p:txBody>
      </p:sp>
      <p:sp>
        <p:nvSpPr>
          <p:cNvPr id="69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buNone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Click to edit the notes format</a:t>
            </a:r>
          </a:p>
        </p:txBody>
      </p:sp>
      <p:sp>
        <p:nvSpPr>
          <p:cNvPr id="70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&lt;header&gt;</a:t>
            </a:r>
          </a:p>
        </p:txBody>
      </p:sp>
      <p:sp>
        <p:nvSpPr>
          <p:cNvPr id="71" name="PlaceHolder 4"/>
          <p:cNvSpPr>
            <a:spLocks noGrp="1"/>
          </p:cNvSpPr>
          <p:nvPr>
            <p:ph type="dt" idx="34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&lt;date/time&gt;</a:t>
            </a:r>
          </a:p>
        </p:txBody>
      </p:sp>
      <p:sp>
        <p:nvSpPr>
          <p:cNvPr id="72" name="PlaceHolder 5"/>
          <p:cNvSpPr>
            <a:spLocks noGrp="1"/>
          </p:cNvSpPr>
          <p:nvPr>
            <p:ph type="ftr" idx="35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73" name="PlaceHolder 6"/>
          <p:cNvSpPr>
            <a:spLocks noGrp="1"/>
          </p:cNvSpPr>
          <p:nvPr>
            <p:ph type="sldNum" idx="36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814637E2-9324-4177-992E-4B0328487DCC}" type="slidenum"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‹#›</a:t>
            </a:fld>
            <a:endParaRPr lang="en-US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9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16000" indent="-216000">
              <a:buNone/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" name="PlaceHolder 3"/>
          <p:cNvSpPr>
            <a:spLocks noGrp="1"/>
          </p:cNvSpPr>
          <p:nvPr>
            <p:ph type="sldNum" idx="3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82674341-B531-445F-AB8A-347D62F3CA88}" type="slidenum">
              <a:rPr lang="en-US" sz="1200" b="0" strike="noStrike" spc="-1">
                <a:solidFill>
                  <a:srgbClr val="000000"/>
                </a:solidFill>
                <a:latin typeface="Times New Roman"/>
              </a:rPr>
              <a:t>13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endParaRPr lang="en-US" sz="1800" b="0" strike="noStrike" spc="-1">
              <a:solidFill>
                <a:schemeClr val="dk1"/>
              </a:solidFill>
              <a:latin typeface="Aptos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US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2" name="PlaceHolder 4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EA8645AF-E923-42BE-8B32-AE6CB2677F79}" type="slidenum">
              <a:t>‹#›</a:t>
            </a:fld>
            <a:endParaRPr/>
          </a:p>
        </p:txBody>
      </p:sp>
      <p:sp>
        <p:nvSpPr>
          <p:cNvPr id="3" name="PlaceHolder 5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7DB3E2F7-0888-4E25-B7BD-E18E75852FC3}" type="slidenum"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8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9"/>
          </p:nvPr>
        </p:nvSpPr>
        <p:spPr/>
        <p:txBody>
          <a:bodyPr/>
          <a:lstStyle/>
          <a:p>
            <a:fld id="{613F4B91-6793-4486-992C-94AF702922F2}" type="slidenum"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7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endParaRPr lang="en-US" sz="1800" b="0" strike="noStrike" spc="-1">
              <a:solidFill>
                <a:schemeClr val="dk1"/>
              </a:solidFill>
              <a:latin typeface="Aptos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chemeClr val="dk1"/>
              </a:solidFill>
              <a:latin typeface="Apto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170BA745-67A7-46DF-B3A1-7E01BDF35EE7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5"/>
          </p:nvPr>
        </p:nvSpPr>
        <p:spPr/>
        <p:txBody>
          <a:bodyPr/>
          <a:lstStyle/>
          <a:p>
            <a:fld id="{453E976A-7815-4C40-A6E4-0D787D292296}" type="slidenum"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endParaRPr lang="en-US" sz="1800" b="0" strike="noStrike" spc="-1">
              <a:solidFill>
                <a:schemeClr val="dk1"/>
              </a:solidFill>
              <a:latin typeface="Aptos"/>
            </a:endParaRPr>
          </a:p>
        </p:txBody>
      </p:sp>
      <p:sp>
        <p:nvSpPr>
          <p:cNvPr id="36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chemeClr val="dk1"/>
              </a:solidFill>
              <a:latin typeface="Aptos"/>
            </a:endParaRPr>
          </a:p>
        </p:txBody>
      </p:sp>
      <p:sp>
        <p:nvSpPr>
          <p:cNvPr id="37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chemeClr val="dk1"/>
              </a:solidFill>
              <a:latin typeface="Aptos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8"/>
          </p:nvPr>
        </p:nvSpPr>
        <p:spPr/>
        <p:txBody>
          <a:bodyPr/>
          <a:lstStyle/>
          <a:p>
            <a:fld id="{EA85C7E8-AC29-476C-B9F4-A0B058EAEF81}" type="slidenum"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1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1"/>
          </p:nvPr>
        </p:nvSpPr>
        <p:spPr/>
        <p:txBody>
          <a:bodyPr/>
          <a:lstStyle/>
          <a:p>
            <a:fld id="{0527E540-5786-42E1-ABF3-A8B838B1FCF0}" type="slidenum"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1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endParaRPr lang="en-US" sz="1800" b="0" strike="noStrike" spc="-1">
              <a:solidFill>
                <a:schemeClr val="dk1"/>
              </a:solidFill>
              <a:latin typeface="Aptos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4"/>
          </p:nvPr>
        </p:nvSpPr>
        <p:spPr/>
        <p:txBody>
          <a:bodyPr/>
          <a:lstStyle/>
          <a:p>
            <a:fld id="{36A7872B-6FCE-4204-9100-EAF752604C6F}" type="slidenum"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2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6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7"/>
          </p:nvPr>
        </p:nvSpPr>
        <p:spPr/>
        <p:txBody>
          <a:bodyPr/>
          <a:lstStyle/>
          <a:p>
            <a:fld id="{2C083F74-2741-4A95-8FBD-9406973F4C6A}" type="slidenum"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2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9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0"/>
          </p:nvPr>
        </p:nvSpPr>
        <p:spPr/>
        <p:txBody>
          <a:bodyPr/>
          <a:lstStyle/>
          <a:p>
            <a:fld id="{69B50E34-9A57-43A8-89D9-36A86CFE192E}" type="slidenum"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28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3"/>
          </p:nvPr>
        </p:nvSpPr>
        <p:spPr/>
        <p:txBody>
          <a:bodyPr/>
          <a:lstStyle/>
          <a:p>
            <a:fld id="{99C3CAFD-E86D-42D5-9EDA-1C2966FB591A}" type="slidenum"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3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2.xml"/></Relationships>
</file>

<file path=ppt/slideMasters/_rels/slideMaster3.xml.rels><?xml version="1.0" encoding="UTF-8" standalone="yes"?>
<Relationships xmlns="http://schemas.openxmlformats.org/package/2006/relationships"><Relationship Id="rId2" Type="http://schemas.openxmlformats.org/officeDocument/2006/relationships/theme" Target="../theme/theme3.xml"/><Relationship Id="rId1" Type="http://schemas.openxmlformats.org/officeDocument/2006/relationships/slideLayout" Target="../slideLayouts/slideLayout3.xml"/></Relationships>
</file>

<file path=ppt/slideMasters/_rels/slideMaster4.xml.rels><?xml version="1.0" encoding="UTF-8" standalone="yes"?>
<Relationships xmlns="http://schemas.openxmlformats.org/package/2006/relationships"><Relationship Id="rId2" Type="http://schemas.openxmlformats.org/officeDocument/2006/relationships/theme" Target="../theme/theme4.xml"/><Relationship Id="rId1" Type="http://schemas.openxmlformats.org/officeDocument/2006/relationships/slideLayout" Target="../slideLayouts/slideLayout4.xml"/></Relationships>
</file>

<file path=ppt/slideMasters/_rels/slideMaster5.xml.rels><?xml version="1.0" encoding="UTF-8" standalone="yes"?>
<Relationships xmlns="http://schemas.openxmlformats.org/package/2006/relationships"><Relationship Id="rId2" Type="http://schemas.openxmlformats.org/officeDocument/2006/relationships/theme" Target="../theme/theme5.xml"/><Relationship Id="rId1" Type="http://schemas.openxmlformats.org/officeDocument/2006/relationships/slideLayout" Target="../slideLayouts/slideLayout5.xml"/></Relationships>
</file>

<file path=ppt/slideMasters/_rels/slideMaster6.xml.rels><?xml version="1.0" encoding="UTF-8" standalone="yes"?>
<Relationships xmlns="http://schemas.openxmlformats.org/package/2006/relationships"><Relationship Id="rId2" Type="http://schemas.openxmlformats.org/officeDocument/2006/relationships/theme" Target="../theme/theme6.xml"/><Relationship Id="rId1" Type="http://schemas.openxmlformats.org/officeDocument/2006/relationships/slideLayout" Target="../slideLayouts/slideLayout6.xml"/></Relationships>
</file>

<file path=ppt/slideMasters/_rels/slideMaster7.xml.rels><?xml version="1.0" encoding="UTF-8" standalone="yes"?>
<Relationships xmlns="http://schemas.openxmlformats.org/package/2006/relationships"><Relationship Id="rId2" Type="http://schemas.openxmlformats.org/officeDocument/2006/relationships/theme" Target="../theme/theme7.xml"/><Relationship Id="rId1" Type="http://schemas.openxmlformats.org/officeDocument/2006/relationships/slideLayout" Target="../slideLayouts/slideLayout7.xml"/></Relationships>
</file>

<file path=ppt/slideMasters/_rels/slideMaster8.xml.rels><?xml version="1.0" encoding="UTF-8" standalone="yes"?>
<Relationships xmlns="http://schemas.openxmlformats.org/package/2006/relationships"><Relationship Id="rId2" Type="http://schemas.openxmlformats.org/officeDocument/2006/relationships/theme" Target="../theme/theme8.xml"/><Relationship Id="rId1" Type="http://schemas.openxmlformats.org/officeDocument/2006/relationships/slideLayout" Target="../slideLayouts/slideLayout8.xml"/></Relationships>
</file>

<file path=ppt/slideMasters/_rels/slideMaster9.xml.rels><?xml version="1.0" encoding="UTF-8" standalone="yes"?>
<Relationships xmlns="http://schemas.openxmlformats.org/package/2006/relationships"><Relationship Id="rId2" Type="http://schemas.openxmlformats.org/officeDocument/2006/relationships/theme" Target="../theme/theme9.xml"/><Relationship Id="rId1" Type="http://schemas.openxmlformats.org/officeDocument/2006/relationships/slideLayout" Target="../slideLayouts/slideLayout9.xml"/></Relationships>
</file>

<file path=ppt/slideMasters/_rels/slideMaster10.xml.rels><?xml version="1.0" encoding="UTF-8" standalone="yes"?>
<Relationships xmlns="http://schemas.openxmlformats.org/package/2006/relationships"><Relationship Id="rId2" Type="http://schemas.openxmlformats.org/officeDocument/2006/relationships/theme" Target="../theme/theme10.xml"/><Relationship Id="rId1" Type="http://schemas.openxmlformats.org/officeDocument/2006/relationships/slideLayout" Target="../slideLayouts/slideLayout10.xml"/></Relationships>
</file>

<file path=ppt/slideMasters/_rels/slideMaster1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1.xml"/><Relationship Id="rId1" Type="http://schemas.openxmlformats.org/officeDocument/2006/relationships/slideLayout" Target="../slideLayouts/slideLayout1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algn="ctr" defTabSz="914400">
              <a:lnSpc>
                <a:spcPct val="90000"/>
              </a:lnSpc>
              <a:buNone/>
            </a:pPr>
            <a:r>
              <a:rPr lang="en-US" sz="6000" b="0" strike="noStrike" spc="-1">
                <a:solidFill>
                  <a:schemeClr val="dk1"/>
                </a:solidFill>
                <a:latin typeface="Aptos Display"/>
              </a:rPr>
              <a:t>Click to edit Master title style</a:t>
            </a:r>
            <a:endParaRPr lang="en-US" sz="6000" b="0" strike="noStrike" spc="-1">
              <a:solidFill>
                <a:schemeClr val="dk1"/>
              </a:solidFill>
              <a:latin typeface="Aptos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dt" idx="1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lang="en-US"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rPr>
              <a:t> </a:t>
            </a:r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ftr" idx="2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 </a:t>
            </a:r>
          </a:p>
        </p:txBody>
      </p:sp>
      <p:sp>
        <p:nvSpPr>
          <p:cNvPr id="3" name="PlaceHolder 4"/>
          <p:cNvSpPr>
            <a:spLocks noGrp="1"/>
          </p:cNvSpPr>
          <p:nvPr>
            <p:ph type="sldNum" idx="3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FCC8BDD-B1AB-4B9C-BDF7-4BFC1A7B8E05}" type="slidenum">
              <a:rPr lang="en-US"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rPr>
              <a:t>‹#›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strike="noStrike" spc="-1">
                <a:solidFill>
                  <a:schemeClr val="dk1"/>
                </a:solidFill>
                <a:latin typeface="Aptos"/>
              </a:rPr>
              <a:t>Click to edit the outline text format</a:t>
            </a: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chemeClr val="dk1"/>
                </a:solidFill>
                <a:latin typeface="Aptos"/>
              </a:rPr>
              <a:t>Second Outline Level</a:t>
            </a:r>
          </a:p>
          <a:p>
            <a:pPr marL="1296000" lvl="2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chemeClr val="dk1"/>
                </a:solidFill>
                <a:latin typeface="Aptos"/>
              </a:rPr>
              <a:t>Third Outline Level</a:t>
            </a:r>
          </a:p>
          <a:p>
            <a:pPr marL="1728000" lvl="3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chemeClr val="dk1"/>
                </a:solidFill>
                <a:latin typeface="Aptos"/>
              </a:rPr>
              <a:t>Fourth Outline Level</a:t>
            </a:r>
          </a:p>
          <a:p>
            <a:pPr marL="2160000" lvl="4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Aptos"/>
              </a:rPr>
              <a:t>Fifth Outline Level</a:t>
            </a:r>
          </a:p>
          <a:p>
            <a:pPr marL="2592000" lvl="5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Aptos"/>
              </a:rPr>
              <a:t>Sixth Outline Level</a:t>
            </a:r>
          </a:p>
          <a:p>
            <a:pPr marL="3024000" lvl="6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Aptos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cs-CZ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4400" b="0" strike="noStrike" spc="-1">
                <a:solidFill>
                  <a:schemeClr val="dk1"/>
                </a:solidFill>
                <a:latin typeface="Aptos Display"/>
              </a:rPr>
              <a:t>Click to edit Master title style</a:t>
            </a:r>
            <a:endParaRPr lang="en-US" sz="4400" b="0" strike="noStrike" spc="-1">
              <a:solidFill>
                <a:schemeClr val="dk1"/>
              </a:solidFill>
              <a:latin typeface="Aptos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t">
            <a:no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strike="noStrike" spc="-1">
                <a:solidFill>
                  <a:schemeClr val="dk1"/>
                </a:solidFill>
                <a:latin typeface="Aptos"/>
              </a:rPr>
              <a:t>Click to edit Master text styles</a:t>
            </a: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strike="noStrike" spc="-1">
                <a:solidFill>
                  <a:schemeClr val="dk1"/>
                </a:solidFill>
                <a:latin typeface="Aptos"/>
              </a:rPr>
              <a:t>Second level</a:t>
            </a: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strike="noStrike" spc="-1">
                <a:solidFill>
                  <a:schemeClr val="dk1"/>
                </a:solidFill>
                <a:latin typeface="Aptos"/>
              </a:rPr>
              <a:t>Third level</a:t>
            </a: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strike="noStrike" spc="-1">
                <a:solidFill>
                  <a:schemeClr val="dk1"/>
                </a:solidFill>
                <a:latin typeface="Aptos"/>
              </a:rPr>
              <a:t>Fourth level</a:t>
            </a: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strike="noStrike" spc="-1">
                <a:solidFill>
                  <a:schemeClr val="dk1"/>
                </a:solidFill>
                <a:latin typeface="Aptos"/>
              </a:rPr>
              <a:t>Fifth level</a:t>
            </a:r>
          </a:p>
        </p:txBody>
      </p:sp>
      <p:sp>
        <p:nvSpPr>
          <p:cNvPr id="9" name="PlaceHolder 3"/>
          <p:cNvSpPr>
            <a:spLocks noGrp="1"/>
          </p:cNvSpPr>
          <p:nvPr>
            <p:ph type="dt" idx="4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lang="en-US"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rPr>
              <a:t>&lt;date/time&gt;</a:t>
            </a:r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ftr" idx="5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11" name="PlaceHolder 5"/>
          <p:cNvSpPr>
            <a:spLocks noGrp="1"/>
          </p:cNvSpPr>
          <p:nvPr>
            <p:ph type="sldNum" idx="6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271E346-9A81-46B0-8906-5D05A9625606}" type="slidenum">
              <a:rPr lang="en-US"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rPr>
              <a:t>‹#›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cs-CZ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8724960" y="365040"/>
            <a:ext cx="2628720" cy="581148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4400" b="0" strike="noStrike" spc="-1">
                <a:solidFill>
                  <a:schemeClr val="dk1"/>
                </a:solidFill>
                <a:latin typeface="Aptos Display"/>
              </a:rPr>
              <a:t>Click to edit Master title style</a:t>
            </a:r>
            <a:endParaRPr lang="en-US" sz="4400" b="0" strike="noStrike" spc="-1">
              <a:solidFill>
                <a:schemeClr val="dk1"/>
              </a:solidFill>
              <a:latin typeface="Aptos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838080" y="365040"/>
            <a:ext cx="7733880" cy="581148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t">
            <a:no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strike="noStrike" spc="-1">
                <a:solidFill>
                  <a:schemeClr val="dk1"/>
                </a:solidFill>
                <a:latin typeface="Aptos"/>
              </a:rPr>
              <a:t>Click to edit Master text styles</a:t>
            </a: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strike="noStrike" spc="-1">
                <a:solidFill>
                  <a:schemeClr val="dk1"/>
                </a:solidFill>
                <a:latin typeface="Aptos"/>
              </a:rPr>
              <a:t>Second level</a:t>
            </a: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strike="noStrike" spc="-1">
                <a:solidFill>
                  <a:schemeClr val="dk1"/>
                </a:solidFill>
                <a:latin typeface="Aptos"/>
              </a:rPr>
              <a:t>Third level</a:t>
            </a: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strike="noStrike" spc="-1">
                <a:solidFill>
                  <a:schemeClr val="dk1"/>
                </a:solidFill>
                <a:latin typeface="Aptos"/>
              </a:rPr>
              <a:t>Fourth level</a:t>
            </a: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strike="noStrike" spc="-1">
                <a:solidFill>
                  <a:schemeClr val="dk1"/>
                </a:solidFill>
                <a:latin typeface="Aptos"/>
              </a:rPr>
              <a:t>Fifth level</a:t>
            </a:r>
          </a:p>
        </p:txBody>
      </p:sp>
      <p:sp>
        <p:nvSpPr>
          <p:cNvPr id="14" name="PlaceHolder 3"/>
          <p:cNvSpPr>
            <a:spLocks noGrp="1"/>
          </p:cNvSpPr>
          <p:nvPr>
            <p:ph type="dt" idx="7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lang="en-US"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rPr>
              <a:t>&lt;date/time&gt;</a:t>
            </a:r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ftr" idx="8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16" name="PlaceHolder 5"/>
          <p:cNvSpPr>
            <a:spLocks noGrp="1"/>
          </p:cNvSpPr>
          <p:nvPr>
            <p:ph type="sldNum" idx="9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87DDAFC-B324-4DA4-B933-225ADD0DAF70}" type="slidenum">
              <a:rPr lang="en-US"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rPr>
              <a:t>‹#›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3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cs-CZ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4400" b="0" strike="noStrike" spc="-1">
                <a:solidFill>
                  <a:schemeClr val="dk1"/>
                </a:solidFill>
                <a:latin typeface="Aptos Display"/>
              </a:rPr>
              <a:t>Click to edit Master title style</a:t>
            </a:r>
            <a:endParaRPr lang="en-US" sz="4400" b="0" strike="noStrike" spc="-1">
              <a:solidFill>
                <a:schemeClr val="dk1"/>
              </a:solidFill>
              <a:latin typeface="Aptos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strike="noStrike" spc="-1">
                <a:solidFill>
                  <a:schemeClr val="dk1"/>
                </a:solidFill>
                <a:latin typeface="Aptos"/>
              </a:rPr>
              <a:t>Click to edit Master text styles</a:t>
            </a: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strike="noStrike" spc="-1">
                <a:solidFill>
                  <a:schemeClr val="dk1"/>
                </a:solidFill>
                <a:latin typeface="Aptos"/>
              </a:rPr>
              <a:t>Second level</a:t>
            </a: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strike="noStrike" spc="-1">
                <a:solidFill>
                  <a:schemeClr val="dk1"/>
                </a:solidFill>
                <a:latin typeface="Aptos"/>
              </a:rPr>
              <a:t>Third level</a:t>
            </a: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strike="noStrike" spc="-1">
                <a:solidFill>
                  <a:schemeClr val="dk1"/>
                </a:solidFill>
                <a:latin typeface="Aptos"/>
              </a:rPr>
              <a:t>Fourth level</a:t>
            </a: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strike="noStrike" spc="-1">
                <a:solidFill>
                  <a:schemeClr val="dk1"/>
                </a:solidFill>
                <a:latin typeface="Aptos"/>
              </a:rPr>
              <a:t>Fifth level</a:t>
            </a:r>
          </a:p>
        </p:txBody>
      </p:sp>
      <p:sp>
        <p:nvSpPr>
          <p:cNvPr id="19" name="PlaceHolder 3"/>
          <p:cNvSpPr>
            <a:spLocks noGrp="1"/>
          </p:cNvSpPr>
          <p:nvPr>
            <p:ph type="dt" idx="10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lang="en-US"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rPr>
              <a:t>&lt;date/time&gt;</a:t>
            </a:r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 type="ftr" idx="11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21" name="PlaceHolder 5"/>
          <p:cNvSpPr>
            <a:spLocks noGrp="1"/>
          </p:cNvSpPr>
          <p:nvPr>
            <p:ph type="sldNum" idx="12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852E276-0861-4696-909C-0EC308A441C9}" type="slidenum">
              <a:rPr lang="en-US"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rPr>
              <a:t>‹#›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cs-CZ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831960" y="1709640"/>
            <a:ext cx="10515240" cy="285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6000" b="0" strike="noStrike" spc="-1">
                <a:solidFill>
                  <a:schemeClr val="dk1"/>
                </a:solidFill>
                <a:latin typeface="Aptos Display"/>
              </a:rPr>
              <a:t>Click to edit Master title style</a:t>
            </a:r>
            <a:endParaRPr lang="en-US" sz="6000" b="0" strike="noStrike" spc="-1">
              <a:solidFill>
                <a:schemeClr val="dk1"/>
              </a:solidFill>
              <a:latin typeface="Aptos"/>
            </a:endParaRPr>
          </a:p>
        </p:txBody>
      </p:sp>
      <p:sp>
        <p:nvSpPr>
          <p:cNvPr id="25" name="PlaceHolder 2"/>
          <p:cNvSpPr>
            <a:spLocks noGrp="1"/>
          </p:cNvSpPr>
          <p:nvPr>
            <p:ph type="body"/>
          </p:nvPr>
        </p:nvSpPr>
        <p:spPr>
          <a:xfrm>
            <a:off x="831960" y="4589640"/>
            <a:ext cx="10515240" cy="1499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0" strike="noStrike" spc="-1">
                <a:solidFill>
                  <a:schemeClr val="dk1">
                    <a:tint val="82000"/>
                  </a:schemeClr>
                </a:solidFill>
                <a:latin typeface="Aptos"/>
              </a:rPr>
              <a:t>Click to edit Master text styles</a:t>
            </a:r>
            <a:endParaRPr lang="en-US" sz="2400" b="0" strike="noStrike" spc="-1">
              <a:solidFill>
                <a:schemeClr val="dk1"/>
              </a:solidFill>
              <a:latin typeface="Aptos"/>
            </a:endParaRPr>
          </a:p>
        </p:txBody>
      </p:sp>
      <p:sp>
        <p:nvSpPr>
          <p:cNvPr id="26" name="PlaceHolder 3"/>
          <p:cNvSpPr>
            <a:spLocks noGrp="1"/>
          </p:cNvSpPr>
          <p:nvPr>
            <p:ph type="dt" idx="13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lang="en-US"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rPr>
              <a:t>&lt;date/time&gt;</a:t>
            </a:r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" name="PlaceHolder 4"/>
          <p:cNvSpPr>
            <a:spLocks noGrp="1"/>
          </p:cNvSpPr>
          <p:nvPr>
            <p:ph type="ftr" idx="14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28" name="PlaceHolder 5"/>
          <p:cNvSpPr>
            <a:spLocks noGrp="1"/>
          </p:cNvSpPr>
          <p:nvPr>
            <p:ph type="sldNum" idx="15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EC508ED-F231-4FB6-9377-21B766A0D0FA}" type="slidenum">
              <a:rPr lang="en-US"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rPr>
              <a:t>‹#›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7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cs-CZ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4400" b="0" strike="noStrike" spc="-1">
                <a:solidFill>
                  <a:schemeClr val="dk1"/>
                </a:solidFill>
                <a:latin typeface="Aptos Display"/>
              </a:rPr>
              <a:t>Click to edit Master title style</a:t>
            </a:r>
            <a:endParaRPr lang="en-US" sz="4400" b="0" strike="noStrike" spc="-1">
              <a:solidFill>
                <a:schemeClr val="dk1"/>
              </a:solidFill>
              <a:latin typeface="Aptos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518112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strike="noStrike" spc="-1">
                <a:solidFill>
                  <a:schemeClr val="dk1"/>
                </a:solidFill>
                <a:latin typeface="Aptos"/>
              </a:rPr>
              <a:t>Click to edit Master text styles</a:t>
            </a: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strike="noStrike" spc="-1">
                <a:solidFill>
                  <a:schemeClr val="dk1"/>
                </a:solidFill>
                <a:latin typeface="Aptos"/>
              </a:rPr>
              <a:t>Second level</a:t>
            </a: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strike="noStrike" spc="-1">
                <a:solidFill>
                  <a:schemeClr val="dk1"/>
                </a:solidFill>
                <a:latin typeface="Aptos"/>
              </a:rPr>
              <a:t>Third level</a:t>
            </a: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strike="noStrike" spc="-1">
                <a:solidFill>
                  <a:schemeClr val="dk1"/>
                </a:solidFill>
                <a:latin typeface="Aptos"/>
              </a:rPr>
              <a:t>Fourth level</a:t>
            </a: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strike="noStrike" spc="-1">
                <a:solidFill>
                  <a:schemeClr val="dk1"/>
                </a:solidFill>
                <a:latin typeface="Aptos"/>
              </a:rPr>
              <a:t>Fifth level</a:t>
            </a:r>
          </a:p>
        </p:txBody>
      </p:sp>
      <p:sp>
        <p:nvSpPr>
          <p:cNvPr id="31" name="PlaceHolder 3"/>
          <p:cNvSpPr>
            <a:spLocks noGrp="1"/>
          </p:cNvSpPr>
          <p:nvPr>
            <p:ph type="body"/>
          </p:nvPr>
        </p:nvSpPr>
        <p:spPr>
          <a:xfrm>
            <a:off x="6172200" y="1825560"/>
            <a:ext cx="518112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strike="noStrike" spc="-1">
                <a:solidFill>
                  <a:schemeClr val="dk1"/>
                </a:solidFill>
                <a:latin typeface="Aptos"/>
              </a:rPr>
              <a:t>Click to edit Master text styles</a:t>
            </a: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strike="noStrike" spc="-1">
                <a:solidFill>
                  <a:schemeClr val="dk1"/>
                </a:solidFill>
                <a:latin typeface="Aptos"/>
              </a:rPr>
              <a:t>Second level</a:t>
            </a: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strike="noStrike" spc="-1">
                <a:solidFill>
                  <a:schemeClr val="dk1"/>
                </a:solidFill>
                <a:latin typeface="Aptos"/>
              </a:rPr>
              <a:t>Third level</a:t>
            </a: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strike="noStrike" spc="-1">
                <a:solidFill>
                  <a:schemeClr val="dk1"/>
                </a:solidFill>
                <a:latin typeface="Aptos"/>
              </a:rPr>
              <a:t>Fourth level</a:t>
            </a: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strike="noStrike" spc="-1">
                <a:solidFill>
                  <a:schemeClr val="dk1"/>
                </a:solidFill>
                <a:latin typeface="Aptos"/>
              </a:rPr>
              <a:t>Fifth level</a:t>
            </a:r>
          </a:p>
        </p:txBody>
      </p:sp>
      <p:sp>
        <p:nvSpPr>
          <p:cNvPr id="32" name="PlaceHolder 4"/>
          <p:cNvSpPr>
            <a:spLocks noGrp="1"/>
          </p:cNvSpPr>
          <p:nvPr>
            <p:ph type="dt" idx="16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lang="en-US"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rPr>
              <a:t>&lt;date/time&gt;</a:t>
            </a:r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 type="ftr" idx="17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34" name="PlaceHolder 6"/>
          <p:cNvSpPr>
            <a:spLocks noGrp="1"/>
          </p:cNvSpPr>
          <p:nvPr>
            <p:ph type="sldNum" idx="18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76F7F93-F91A-4ED1-BEF3-861DBBC9D87F}" type="slidenum">
              <a:rPr lang="en-US"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rPr>
              <a:t>‹#›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cs-CZ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8398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4400" b="0" strike="noStrike" spc="-1">
                <a:solidFill>
                  <a:schemeClr val="dk1"/>
                </a:solidFill>
                <a:latin typeface="Aptos Display"/>
              </a:rPr>
              <a:t>Click to edit Master title style</a:t>
            </a:r>
            <a:endParaRPr lang="en-US" sz="4400" b="0" strike="noStrike" spc="-1">
              <a:solidFill>
                <a:schemeClr val="dk1"/>
              </a:solidFill>
              <a:latin typeface="Aptos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839880" y="1681200"/>
            <a:ext cx="5157360" cy="823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1" strike="noStrike" spc="-1">
                <a:solidFill>
                  <a:schemeClr val="dk1"/>
                </a:solidFill>
                <a:latin typeface="Aptos"/>
              </a:rPr>
              <a:t>Click to edit Master text styles</a:t>
            </a:r>
            <a:endParaRPr lang="en-US" sz="2400" b="0" strike="noStrike" spc="-1">
              <a:solidFill>
                <a:schemeClr val="dk1"/>
              </a:solidFill>
              <a:latin typeface="Aptos"/>
            </a:endParaRPr>
          </a:p>
        </p:txBody>
      </p:sp>
      <p:sp>
        <p:nvSpPr>
          <p:cNvPr id="40" name="PlaceHolder 3"/>
          <p:cNvSpPr>
            <a:spLocks noGrp="1"/>
          </p:cNvSpPr>
          <p:nvPr>
            <p:ph type="body"/>
          </p:nvPr>
        </p:nvSpPr>
        <p:spPr>
          <a:xfrm>
            <a:off x="839880" y="2505240"/>
            <a:ext cx="5157360" cy="3684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strike="noStrike" spc="-1">
                <a:solidFill>
                  <a:schemeClr val="dk1"/>
                </a:solidFill>
                <a:latin typeface="Aptos"/>
              </a:rPr>
              <a:t>Click to edit Master text styles</a:t>
            </a: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strike="noStrike" spc="-1">
                <a:solidFill>
                  <a:schemeClr val="dk1"/>
                </a:solidFill>
                <a:latin typeface="Aptos"/>
              </a:rPr>
              <a:t>Second level</a:t>
            </a: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strike="noStrike" spc="-1">
                <a:solidFill>
                  <a:schemeClr val="dk1"/>
                </a:solidFill>
                <a:latin typeface="Aptos"/>
              </a:rPr>
              <a:t>Third level</a:t>
            </a: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strike="noStrike" spc="-1">
                <a:solidFill>
                  <a:schemeClr val="dk1"/>
                </a:solidFill>
                <a:latin typeface="Aptos"/>
              </a:rPr>
              <a:t>Fourth level</a:t>
            </a: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strike="noStrike" spc="-1">
                <a:solidFill>
                  <a:schemeClr val="dk1"/>
                </a:solidFill>
                <a:latin typeface="Aptos"/>
              </a:rPr>
              <a:t>Fifth level</a:t>
            </a:r>
          </a:p>
        </p:txBody>
      </p:sp>
      <p:sp>
        <p:nvSpPr>
          <p:cNvPr id="41" name="PlaceHolder 4"/>
          <p:cNvSpPr>
            <a:spLocks noGrp="1"/>
          </p:cNvSpPr>
          <p:nvPr>
            <p:ph type="body"/>
          </p:nvPr>
        </p:nvSpPr>
        <p:spPr>
          <a:xfrm>
            <a:off x="6172200" y="1681200"/>
            <a:ext cx="5182920" cy="823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1" strike="noStrike" spc="-1">
                <a:solidFill>
                  <a:schemeClr val="dk1"/>
                </a:solidFill>
                <a:latin typeface="Aptos"/>
              </a:rPr>
              <a:t>Click to edit Master text styles</a:t>
            </a:r>
            <a:endParaRPr lang="en-US" sz="2400" b="0" strike="noStrike" spc="-1">
              <a:solidFill>
                <a:schemeClr val="dk1"/>
              </a:solidFill>
              <a:latin typeface="Aptos"/>
            </a:endParaRPr>
          </a:p>
        </p:txBody>
      </p:sp>
      <p:sp>
        <p:nvSpPr>
          <p:cNvPr id="42" name="PlaceHolder 5"/>
          <p:cNvSpPr>
            <a:spLocks noGrp="1"/>
          </p:cNvSpPr>
          <p:nvPr>
            <p:ph type="body"/>
          </p:nvPr>
        </p:nvSpPr>
        <p:spPr>
          <a:xfrm>
            <a:off x="6172200" y="2505240"/>
            <a:ext cx="5182920" cy="3684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strike="noStrike" spc="-1">
                <a:solidFill>
                  <a:schemeClr val="dk1"/>
                </a:solidFill>
                <a:latin typeface="Aptos"/>
              </a:rPr>
              <a:t>Click to edit Master text styles</a:t>
            </a: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strike="noStrike" spc="-1">
                <a:solidFill>
                  <a:schemeClr val="dk1"/>
                </a:solidFill>
                <a:latin typeface="Aptos"/>
              </a:rPr>
              <a:t>Second level</a:t>
            </a: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strike="noStrike" spc="-1">
                <a:solidFill>
                  <a:schemeClr val="dk1"/>
                </a:solidFill>
                <a:latin typeface="Aptos"/>
              </a:rPr>
              <a:t>Third level</a:t>
            </a: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strike="noStrike" spc="-1">
                <a:solidFill>
                  <a:schemeClr val="dk1"/>
                </a:solidFill>
                <a:latin typeface="Aptos"/>
              </a:rPr>
              <a:t>Fourth level</a:t>
            </a: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strike="noStrike" spc="-1">
                <a:solidFill>
                  <a:schemeClr val="dk1"/>
                </a:solidFill>
                <a:latin typeface="Aptos"/>
              </a:rPr>
              <a:t>Fifth level</a:t>
            </a:r>
          </a:p>
        </p:txBody>
      </p:sp>
      <p:sp>
        <p:nvSpPr>
          <p:cNvPr id="43" name="PlaceHolder 6"/>
          <p:cNvSpPr>
            <a:spLocks noGrp="1"/>
          </p:cNvSpPr>
          <p:nvPr>
            <p:ph type="dt" idx="19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lang="en-US"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rPr>
              <a:t>&lt;date/time&gt;</a:t>
            </a:r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" name="PlaceHolder 7"/>
          <p:cNvSpPr>
            <a:spLocks noGrp="1"/>
          </p:cNvSpPr>
          <p:nvPr>
            <p:ph type="ftr" idx="20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45" name="PlaceHolder 8"/>
          <p:cNvSpPr>
            <a:spLocks noGrp="1"/>
          </p:cNvSpPr>
          <p:nvPr>
            <p:ph type="sldNum" idx="21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21A8804-CEFC-454C-8AC2-A2FE12286D54}" type="slidenum">
              <a:rPr lang="en-US"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rPr>
              <a:t>‹#›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cs-CZ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4400" b="0" strike="noStrike" spc="-1">
                <a:solidFill>
                  <a:schemeClr val="dk1"/>
                </a:solidFill>
                <a:latin typeface="Aptos Display"/>
              </a:rPr>
              <a:t>Click to edit Master title style</a:t>
            </a:r>
            <a:endParaRPr lang="en-US" sz="4400" b="0" strike="noStrike" spc="-1">
              <a:solidFill>
                <a:schemeClr val="dk1"/>
              </a:solidFill>
              <a:latin typeface="Aptos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dt" idx="22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lang="en-US"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rPr>
              <a:t>&lt;date/time&gt;</a:t>
            </a:r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" name="PlaceHolder 3"/>
          <p:cNvSpPr>
            <a:spLocks noGrp="1"/>
          </p:cNvSpPr>
          <p:nvPr>
            <p:ph type="ftr" idx="23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49" name="PlaceHolder 4"/>
          <p:cNvSpPr>
            <a:spLocks noGrp="1"/>
          </p:cNvSpPr>
          <p:nvPr>
            <p:ph type="sldNum" idx="24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8A32A4A-B1F3-4F3A-823F-B5EC8076768B}" type="slidenum">
              <a:rPr lang="en-US"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rPr>
              <a:t>‹#›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cs-CZ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9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dt" idx="25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lang="en-US"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rPr>
              <a:t>&lt;date/time&gt;</a:t>
            </a:r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" name="PlaceHolder 2"/>
          <p:cNvSpPr>
            <a:spLocks noGrp="1"/>
          </p:cNvSpPr>
          <p:nvPr>
            <p:ph type="ftr" idx="26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53" name="PlaceHolder 3"/>
          <p:cNvSpPr>
            <a:spLocks noGrp="1"/>
          </p:cNvSpPr>
          <p:nvPr>
            <p:ph type="sldNum" idx="27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AEEF61B-90F4-48B8-8B94-80438530ACBE}" type="slidenum">
              <a:rPr lang="en-US"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rPr>
              <a:t>‹#›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strike="noStrike" spc="-1">
                <a:solidFill>
                  <a:schemeClr val="dk1"/>
                </a:solidFill>
                <a:latin typeface="Aptos"/>
              </a:rPr>
              <a:t>Click to edit the title text format</a:t>
            </a:r>
          </a:p>
        </p:txBody>
      </p:sp>
      <p:sp>
        <p:nvSpPr>
          <p:cNvPr id="55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strike="noStrike" spc="-1">
                <a:solidFill>
                  <a:schemeClr val="dk1"/>
                </a:solidFill>
                <a:latin typeface="Aptos"/>
              </a:rPr>
              <a:t>Click to edit the outline text format</a:t>
            </a: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chemeClr val="dk1"/>
                </a:solidFill>
                <a:latin typeface="Aptos"/>
              </a:rPr>
              <a:t>Second Outline Level</a:t>
            </a:r>
          </a:p>
          <a:p>
            <a:pPr marL="1296000" lvl="2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chemeClr val="dk1"/>
                </a:solidFill>
                <a:latin typeface="Aptos"/>
              </a:rPr>
              <a:t>Third Outline Level</a:t>
            </a:r>
          </a:p>
          <a:p>
            <a:pPr marL="1728000" lvl="3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chemeClr val="dk1"/>
                </a:solidFill>
                <a:latin typeface="Aptos"/>
              </a:rPr>
              <a:t>Fourth Outline Level</a:t>
            </a:r>
          </a:p>
          <a:p>
            <a:pPr marL="2160000" lvl="4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Aptos"/>
              </a:rPr>
              <a:t>Fifth Outline Level</a:t>
            </a:r>
          </a:p>
          <a:p>
            <a:pPr marL="2592000" lvl="5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Aptos"/>
              </a:rPr>
              <a:t>Sixth Outline Level</a:t>
            </a:r>
          </a:p>
          <a:p>
            <a:pPr marL="3024000" lvl="6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Aptos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5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cs-CZ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0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1920" cy="1599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3200" b="0" strike="noStrike" spc="-1">
                <a:solidFill>
                  <a:schemeClr val="dk1"/>
                </a:solidFill>
                <a:latin typeface="Aptos Display"/>
              </a:rPr>
              <a:t>Click to edit Master title style</a:t>
            </a:r>
            <a:endParaRPr lang="en-US" sz="3200" b="0" strike="noStrike" spc="-1">
              <a:solidFill>
                <a:schemeClr val="dk1"/>
              </a:solidFill>
              <a:latin typeface="Aptos"/>
            </a:endParaRPr>
          </a:p>
        </p:txBody>
      </p:sp>
      <p:sp>
        <p:nvSpPr>
          <p:cNvPr id="57" name="PlaceHolder 2"/>
          <p:cNvSpPr>
            <a:spLocks noGrp="1"/>
          </p:cNvSpPr>
          <p:nvPr>
            <p:ph type="body"/>
          </p:nvPr>
        </p:nvSpPr>
        <p:spPr>
          <a:xfrm>
            <a:off x="5183280" y="987480"/>
            <a:ext cx="6171840" cy="4873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strike="noStrike" spc="-1">
                <a:solidFill>
                  <a:schemeClr val="dk1"/>
                </a:solidFill>
                <a:latin typeface="Aptos"/>
              </a:rPr>
              <a:t>Click to edit Master text styles</a:t>
            </a: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strike="noStrike" spc="-1">
                <a:solidFill>
                  <a:schemeClr val="dk1"/>
                </a:solidFill>
                <a:latin typeface="Aptos"/>
              </a:rPr>
              <a:t>Second level</a:t>
            </a: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strike="noStrike" spc="-1">
                <a:solidFill>
                  <a:schemeClr val="dk1"/>
                </a:solidFill>
                <a:latin typeface="Aptos"/>
              </a:rPr>
              <a:t>Third level</a:t>
            </a: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strike="noStrike" spc="-1">
                <a:solidFill>
                  <a:schemeClr val="dk1"/>
                </a:solidFill>
                <a:latin typeface="Aptos"/>
              </a:rPr>
              <a:t>Fourth level</a:t>
            </a: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strike="noStrike" spc="-1">
                <a:solidFill>
                  <a:schemeClr val="dk1"/>
                </a:solidFill>
                <a:latin typeface="Aptos"/>
              </a:rPr>
              <a:t>Fifth level</a:t>
            </a:r>
          </a:p>
        </p:txBody>
      </p:sp>
      <p:sp>
        <p:nvSpPr>
          <p:cNvPr id="58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1920" cy="3811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600" b="0" strike="noStrike" spc="-1">
                <a:solidFill>
                  <a:schemeClr val="dk1"/>
                </a:solidFill>
                <a:latin typeface="Aptos"/>
              </a:rPr>
              <a:t>Click to edit Master text styles</a:t>
            </a:r>
          </a:p>
        </p:txBody>
      </p:sp>
      <p:sp>
        <p:nvSpPr>
          <p:cNvPr id="59" name="PlaceHolder 4"/>
          <p:cNvSpPr>
            <a:spLocks noGrp="1"/>
          </p:cNvSpPr>
          <p:nvPr>
            <p:ph type="dt" idx="28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lang="en-US"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rPr>
              <a:t>&lt;date/time&gt;</a:t>
            </a:r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" name="PlaceHolder 5"/>
          <p:cNvSpPr>
            <a:spLocks noGrp="1"/>
          </p:cNvSpPr>
          <p:nvPr>
            <p:ph type="ftr" idx="29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61" name="PlaceHolder 6"/>
          <p:cNvSpPr>
            <a:spLocks noGrp="1"/>
          </p:cNvSpPr>
          <p:nvPr>
            <p:ph type="sldNum" idx="30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D16AB4E-D6B1-4789-AF0E-B870B78C184D}" type="slidenum">
              <a:rPr lang="en-US"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rPr>
              <a:t>‹#›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cs-CZ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1920" cy="1599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3200" b="0" strike="noStrike" spc="-1">
                <a:solidFill>
                  <a:schemeClr val="dk1"/>
                </a:solidFill>
                <a:latin typeface="Aptos Display"/>
              </a:rPr>
              <a:t>Click to edit Master title style</a:t>
            </a:r>
            <a:endParaRPr lang="en-US" sz="3200" b="0" strike="noStrike" spc="-1">
              <a:solidFill>
                <a:schemeClr val="dk1"/>
              </a:solidFill>
              <a:latin typeface="Aptos"/>
            </a:endParaRPr>
          </a:p>
        </p:txBody>
      </p:sp>
      <p:sp>
        <p:nvSpPr>
          <p:cNvPr id="63" name="PlaceHolder 2"/>
          <p:cNvSpPr>
            <a:spLocks noGrp="1"/>
          </p:cNvSpPr>
          <p:nvPr>
            <p:ph type="body"/>
          </p:nvPr>
        </p:nvSpPr>
        <p:spPr>
          <a:xfrm>
            <a:off x="5183280" y="987480"/>
            <a:ext cx="6171840" cy="4873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strike="noStrike" spc="-1">
                <a:solidFill>
                  <a:schemeClr val="dk1"/>
                </a:solidFill>
                <a:latin typeface="Aptos"/>
              </a:rPr>
              <a:t>Click to edit the outline text format</a:t>
            </a: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strike="noStrike" spc="-1">
                <a:solidFill>
                  <a:schemeClr val="dk1"/>
                </a:solidFill>
                <a:latin typeface="Aptos"/>
              </a:rPr>
              <a:t>Second Outline Level</a:t>
            </a:r>
          </a:p>
          <a:p>
            <a:pPr marL="1296000" lvl="2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strike="noStrike" spc="-1">
                <a:solidFill>
                  <a:schemeClr val="dk1"/>
                </a:solidFill>
                <a:latin typeface="Aptos"/>
              </a:rPr>
              <a:t>Third Outline Level</a:t>
            </a:r>
          </a:p>
          <a:p>
            <a:pPr marL="1728000" lvl="3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strike="noStrike" spc="-1">
                <a:solidFill>
                  <a:schemeClr val="dk1"/>
                </a:solidFill>
                <a:latin typeface="Aptos"/>
              </a:rPr>
              <a:t>Fourth Outline Level</a:t>
            </a:r>
          </a:p>
          <a:p>
            <a:pPr marL="2160000" lvl="4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strike="noStrike" spc="-1">
                <a:solidFill>
                  <a:schemeClr val="dk1"/>
                </a:solidFill>
                <a:latin typeface="Aptos"/>
              </a:rPr>
              <a:t>Fifth Outline Level</a:t>
            </a:r>
          </a:p>
          <a:p>
            <a:pPr marL="2592000" lvl="5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strike="noStrike" spc="-1">
                <a:solidFill>
                  <a:schemeClr val="dk1"/>
                </a:solidFill>
                <a:latin typeface="Aptos"/>
              </a:rPr>
              <a:t>Sixth Outline Level</a:t>
            </a:r>
          </a:p>
          <a:p>
            <a:pPr marL="3024000" lvl="6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strike="noStrike" spc="-1">
                <a:solidFill>
                  <a:schemeClr val="dk1"/>
                </a:solidFill>
                <a:latin typeface="Aptos"/>
              </a:rPr>
              <a:t>Seventh Outline Level</a:t>
            </a:r>
          </a:p>
        </p:txBody>
      </p:sp>
      <p:sp>
        <p:nvSpPr>
          <p:cNvPr id="64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1920" cy="3811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600" b="0" strike="noStrike" spc="-1">
                <a:solidFill>
                  <a:schemeClr val="dk1"/>
                </a:solidFill>
                <a:latin typeface="Aptos"/>
              </a:rPr>
              <a:t>Click to edit Master text styles</a:t>
            </a:r>
          </a:p>
        </p:txBody>
      </p:sp>
      <p:sp>
        <p:nvSpPr>
          <p:cNvPr id="65" name="PlaceHolder 4"/>
          <p:cNvSpPr>
            <a:spLocks noGrp="1"/>
          </p:cNvSpPr>
          <p:nvPr>
            <p:ph type="dt" idx="31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lang="en-US"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rPr>
              <a:t>&lt;date/time&gt;</a:t>
            </a:r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" name="PlaceHolder 5"/>
          <p:cNvSpPr>
            <a:spLocks noGrp="1"/>
          </p:cNvSpPr>
          <p:nvPr>
            <p:ph type="ftr" idx="32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67" name="PlaceHolder 6"/>
          <p:cNvSpPr>
            <a:spLocks noGrp="1"/>
          </p:cNvSpPr>
          <p:nvPr>
            <p:ph type="sldNum" idx="33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7CA1765-F569-4630-B4ED-061796014864}" type="slidenum">
              <a:rPr lang="en-US"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rPr>
              <a:t>‹#›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cs-CZ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algn="ctr" defTabSz="914400">
              <a:lnSpc>
                <a:spcPct val="90000"/>
              </a:lnSpc>
              <a:buNone/>
            </a:pPr>
            <a:r>
              <a:rPr lang="en-US" sz="6000" b="0" strike="noStrike" spc="-1">
                <a:solidFill>
                  <a:schemeClr val="dk1"/>
                </a:solidFill>
                <a:latin typeface="Aptos Display"/>
              </a:rPr>
              <a:t>Enrollment system</a:t>
            </a:r>
            <a:endParaRPr lang="en-US" sz="6000" b="0" strike="noStrike" spc="-1">
              <a:solidFill>
                <a:schemeClr val="dk1"/>
              </a:solidFill>
              <a:latin typeface="Aptos"/>
            </a:endParaRPr>
          </a:p>
        </p:txBody>
      </p:sp>
      <p:sp>
        <p:nvSpPr>
          <p:cNvPr id="75" name="PlaceHolder 2"/>
          <p:cNvSpPr>
            <a:spLocks noGrp="1"/>
          </p:cNvSpPr>
          <p:nvPr>
            <p:ph type="subTitle"/>
          </p:nvPr>
        </p:nvSpPr>
        <p:spPr>
          <a:xfrm>
            <a:off x="1523880" y="3602160"/>
            <a:ext cx="9143640" cy="1655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ctr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0" strike="noStrike" spc="-1">
                <a:solidFill>
                  <a:schemeClr val="dk1"/>
                </a:solidFill>
                <a:latin typeface="Aptos"/>
              </a:rPr>
              <a:t>Vojto Gáborík, Veronika Kavanová, Jan Novák, Vojtěch Štěpán</a:t>
            </a:r>
            <a:endParaRPr lang="en-US" sz="2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4400" b="0" strike="noStrike" spc="-1">
                <a:solidFill>
                  <a:schemeClr val="dk1"/>
                </a:solidFill>
                <a:latin typeface="Aptos Display"/>
              </a:rPr>
              <a:t>Features</a:t>
            </a:r>
            <a:endParaRPr lang="en-US" sz="4400" b="0" strike="noStrike" spc="-1">
              <a:solidFill>
                <a:schemeClr val="dk1"/>
              </a:solidFill>
              <a:latin typeface="Aptos"/>
            </a:endParaRPr>
          </a:p>
        </p:txBody>
      </p:sp>
      <p:sp>
        <p:nvSpPr>
          <p:cNvPr id="77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chemeClr val="dk1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4400" b="0" strike="noStrike" spc="-1">
                <a:solidFill>
                  <a:schemeClr val="dk1"/>
                </a:solidFill>
                <a:latin typeface="Aptos Display"/>
              </a:rPr>
              <a:t>Feature: Student enrollment</a:t>
            </a:r>
            <a:endParaRPr lang="en-US" sz="4400" b="0" strike="noStrike" spc="-1">
              <a:solidFill>
                <a:schemeClr val="dk1"/>
              </a:solidFill>
              <a:latin typeface="Aptos"/>
            </a:endParaRPr>
          </a:p>
        </p:txBody>
      </p:sp>
      <p:sp>
        <p:nvSpPr>
          <p:cNvPr id="79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strike="noStrike" spc="-1">
                <a:solidFill>
                  <a:schemeClr val="dk1"/>
                </a:solidFill>
                <a:latin typeface="Aptos"/>
              </a:rPr>
              <a:t>Worked on by Veronika Kavanová and Jan Novák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4400" b="0" strike="noStrike" spc="-1">
                <a:solidFill>
                  <a:schemeClr val="dk1"/>
                </a:solidFill>
                <a:latin typeface="Aptos Display"/>
              </a:rPr>
              <a:t>Feature: Student enrollment cancellation</a:t>
            </a:r>
            <a:endParaRPr lang="en-US" sz="4400" b="0" strike="noStrike" spc="-1">
              <a:solidFill>
                <a:schemeClr val="dk1"/>
              </a:solidFill>
              <a:latin typeface="Aptos"/>
            </a:endParaRPr>
          </a:p>
        </p:txBody>
      </p:sp>
      <p:sp>
        <p:nvSpPr>
          <p:cNvPr id="81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strike="noStrike" spc="-1">
                <a:solidFill>
                  <a:schemeClr val="dk1"/>
                </a:solidFill>
                <a:latin typeface="Aptos"/>
              </a:rPr>
              <a:t>Worked on by Vojtěch Štěpán and Vojto Gáborík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4400" b="0" strike="noStrike" spc="-1">
                <a:solidFill>
                  <a:schemeClr val="dk1"/>
                </a:solidFill>
                <a:latin typeface="Aptos Display"/>
              </a:rPr>
              <a:t>Feature: Student enrollment management</a:t>
            </a:r>
            <a:endParaRPr lang="en-US" sz="4400" b="0" strike="noStrike" spc="-1">
              <a:solidFill>
                <a:schemeClr val="dk1"/>
              </a:solidFill>
              <a:latin typeface="Aptos"/>
            </a:endParaRPr>
          </a:p>
        </p:txBody>
      </p:sp>
      <p:sp>
        <p:nvSpPr>
          <p:cNvPr id="83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strike="noStrike" spc="-1">
                <a:solidFill>
                  <a:schemeClr val="dk1"/>
                </a:solidFill>
                <a:latin typeface="Aptos"/>
              </a:rPr>
              <a:t>Worked on by Jan Novák and Vojtěch Štěpán 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4400" b="0" strike="noStrike" spc="-1">
                <a:solidFill>
                  <a:schemeClr val="dk1"/>
                </a:solidFill>
                <a:latin typeface="Aptos Display"/>
              </a:rPr>
              <a:t>Feature: Setting enrollment conditions</a:t>
            </a:r>
            <a:endParaRPr lang="en-US" sz="4400" b="0" strike="noStrike" spc="-1">
              <a:solidFill>
                <a:schemeClr val="dk1"/>
              </a:solidFill>
              <a:latin typeface="Aptos"/>
            </a:endParaRPr>
          </a:p>
        </p:txBody>
      </p:sp>
      <p:sp>
        <p:nvSpPr>
          <p:cNvPr id="85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strike="noStrike" spc="-1">
                <a:solidFill>
                  <a:schemeClr val="dk1"/>
                </a:solidFill>
                <a:latin typeface="Aptos"/>
              </a:rPr>
              <a:t>Worked on by Vojto Gáborík and Veronika Kavanová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PlaceHolder 1"/>
          <p:cNvSpPr>
            <a:spLocks noGrp="1"/>
          </p:cNvSpPr>
          <p:nvPr>
            <p:ph type="title"/>
          </p:nvPr>
        </p:nvSpPr>
        <p:spPr>
          <a:xfrm>
            <a:off x="838080" y="266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4400" b="0" strike="noStrike" spc="-1">
                <a:solidFill>
                  <a:schemeClr val="dk1"/>
                </a:solidFill>
                <a:latin typeface="Aptos Display"/>
              </a:rPr>
              <a:t>Architecture – L1 layer</a:t>
            </a:r>
            <a:endParaRPr lang="en-US" sz="4400" b="0" strike="noStrike" spc="-1">
              <a:solidFill>
                <a:schemeClr val="dk1"/>
              </a:solidFill>
              <a:latin typeface="Aptos"/>
            </a:endParaRPr>
          </a:p>
        </p:txBody>
      </p:sp>
      <p:pic>
        <p:nvPicPr>
          <p:cNvPr id="87" name="Content Placeholder 4" descr="A diagram of a system&#10;&#10;AI-generated content may be incorrect."/>
          <p:cNvPicPr/>
          <p:nvPr/>
        </p:nvPicPr>
        <p:blipFill>
          <a:blip r:embed="rId2"/>
          <a:stretch/>
        </p:blipFill>
        <p:spPr>
          <a:xfrm>
            <a:off x="2234160" y="1297080"/>
            <a:ext cx="7074000" cy="505440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4400" b="0" strike="noStrike" spc="-1">
                <a:solidFill>
                  <a:schemeClr val="dk1"/>
                </a:solidFill>
                <a:latin typeface="Aptos Display"/>
              </a:rPr>
              <a:t>Architecture – L2 layer</a:t>
            </a:r>
            <a:endParaRPr lang="en-US" sz="4400" b="0" strike="noStrike" spc="-1">
              <a:solidFill>
                <a:schemeClr val="dk1"/>
              </a:solidFill>
              <a:latin typeface="Aptos"/>
            </a:endParaRPr>
          </a:p>
        </p:txBody>
      </p:sp>
      <p:pic>
        <p:nvPicPr>
          <p:cNvPr id="3" name="Zástupný obsah 2">
            <a:extLst>
              <a:ext uri="{FF2B5EF4-FFF2-40B4-BE49-F238E27FC236}">
                <a16:creationId xmlns:a16="http://schemas.microsoft.com/office/drawing/2014/main" id="{97B29AE0-1C23-16A5-2784-ABE3BE8EFE10}"/>
              </a:ext>
            </a:extLst>
          </p:cNvPr>
          <p:cNvPicPr>
            <a:picLocks noGrp="1" noChangeAspect="1"/>
          </p:cNvPicPr>
          <p:nvPr>
            <p:ph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668" y="1390650"/>
            <a:ext cx="12198668" cy="4956884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4400" b="0" strike="noStrike" spc="-1">
                <a:solidFill>
                  <a:schemeClr val="dk1"/>
                </a:solidFill>
                <a:latin typeface="Aptos Display"/>
              </a:rPr>
              <a:t>Architecture – L3 {container} components</a:t>
            </a:r>
            <a:endParaRPr lang="en-US" sz="4400" b="0" strike="noStrike" spc="-1">
              <a:solidFill>
                <a:schemeClr val="dk1"/>
              </a:solidFill>
              <a:latin typeface="Aptos"/>
            </a:endParaRPr>
          </a:p>
        </p:txBody>
      </p:sp>
      <p:pic>
        <p:nvPicPr>
          <p:cNvPr id="3" name="Zástupný obsah 2">
            <a:extLst>
              <a:ext uri="{FF2B5EF4-FFF2-40B4-BE49-F238E27FC236}">
                <a16:creationId xmlns:a16="http://schemas.microsoft.com/office/drawing/2014/main" id="{4C4A4D64-1E3B-4FB5-B98D-6E6DED947B05}"/>
              </a:ext>
            </a:extLst>
          </p:cNvPr>
          <p:cNvPicPr>
            <a:picLocks noGrp="1" noChangeAspect="1"/>
          </p:cNvPicPr>
          <p:nvPr>
            <p:ph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57350" y="1300439"/>
            <a:ext cx="8315325" cy="5557561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7631A1-8891-94C1-37BC-DF82B0BBE4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PlaceHolder 1">
            <a:extLst>
              <a:ext uri="{FF2B5EF4-FFF2-40B4-BE49-F238E27FC236}">
                <a16:creationId xmlns:a16="http://schemas.microsoft.com/office/drawing/2014/main" id="{D4C31294-1A55-41A7-6729-241D9C7009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4400" b="0" strike="noStrike" spc="-1">
                <a:solidFill>
                  <a:schemeClr val="dk1"/>
                </a:solidFill>
                <a:latin typeface="Aptos Display"/>
              </a:rPr>
              <a:t>Architecture – L3 {container} components</a:t>
            </a:r>
            <a:endParaRPr lang="en-US" sz="4400" b="0" strike="noStrike" spc="-1">
              <a:solidFill>
                <a:schemeClr val="dk1"/>
              </a:solidFill>
              <a:latin typeface="Aptos"/>
            </a:endParaRPr>
          </a:p>
        </p:txBody>
      </p:sp>
      <p:pic>
        <p:nvPicPr>
          <p:cNvPr id="3" name="Zástupný obsah 2">
            <a:extLst>
              <a:ext uri="{FF2B5EF4-FFF2-40B4-BE49-F238E27FC236}">
                <a16:creationId xmlns:a16="http://schemas.microsoft.com/office/drawing/2014/main" id="{822FEF3D-38C5-8363-1DA2-45D8D8235351}"/>
              </a:ext>
            </a:extLst>
          </p:cNvPr>
          <p:cNvPicPr>
            <a:picLocks noGrp="1" noChangeAspect="1"/>
          </p:cNvPicPr>
          <p:nvPr>
            <p:ph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45872" y="1280468"/>
            <a:ext cx="3488924" cy="5495141"/>
          </a:xfrm>
          <a:prstGeom prst="rect">
            <a:avLst/>
          </a:prstGeom>
          <a:noFill/>
          <a:ln w="0">
            <a:noFill/>
          </a:ln>
        </p:spPr>
      </p:pic>
    </p:spTree>
    <p:extLst>
      <p:ext uri="{BB962C8B-B14F-4D97-AF65-F5344CB8AC3E}">
        <p14:creationId xmlns:p14="http://schemas.microsoft.com/office/powerpoint/2010/main" val="179118799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4400" b="0" strike="noStrike" spc="-1">
                <a:solidFill>
                  <a:schemeClr val="dk1"/>
                </a:solidFill>
                <a:latin typeface="Aptos Display"/>
              </a:rPr>
              <a:t>Dynamic diagrams</a:t>
            </a:r>
            <a:endParaRPr lang="en-US" sz="4400" b="0" strike="noStrike" spc="-1">
              <a:solidFill>
                <a:schemeClr val="dk1"/>
              </a:solidFill>
              <a:latin typeface="Aptos"/>
            </a:endParaRPr>
          </a:p>
        </p:txBody>
      </p:sp>
      <p:pic>
        <p:nvPicPr>
          <p:cNvPr id="93" name="Obrázek 92"/>
          <p:cNvPicPr/>
          <p:nvPr/>
        </p:nvPicPr>
        <p:blipFill>
          <a:blip r:embed="rId2"/>
          <a:stretch/>
        </p:blipFill>
        <p:spPr>
          <a:xfrm>
            <a:off x="800280" y="1371600"/>
            <a:ext cx="10235880" cy="525780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4400" b="0" strike="noStrike" spc="-1">
                <a:solidFill>
                  <a:schemeClr val="dk1"/>
                </a:solidFill>
                <a:latin typeface="Aptos Display"/>
              </a:rPr>
              <a:t>Deployment diagram</a:t>
            </a:r>
            <a:endParaRPr lang="en-US" sz="4400" b="0" strike="noStrike" spc="-1">
              <a:solidFill>
                <a:schemeClr val="dk1"/>
              </a:solidFill>
              <a:latin typeface="Aptos"/>
            </a:endParaRPr>
          </a:p>
        </p:txBody>
      </p:sp>
      <p:sp>
        <p:nvSpPr>
          <p:cNvPr id="95" name="PlaceHolder 2"/>
          <p:cNvSpPr>
            <a:spLocks noGrp="1"/>
          </p:cNvSpPr>
          <p:nvPr>
            <p:ph/>
          </p:nvPr>
        </p:nvSpPr>
        <p:spPr>
          <a:xfrm>
            <a:off x="838080" y="1690560"/>
            <a:ext cx="10515240" cy="4485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strike="noStrike" spc="-1">
                <a:solidFill>
                  <a:schemeClr val="dk1"/>
                </a:solidFill>
                <a:latin typeface="Aptos"/>
              </a:rPr>
              <a:t>Worked on by Veronika Kavanová</a:t>
            </a: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</a:pPr>
            <a:endParaRPr lang="en-US" sz="2800" b="0" strike="noStrike" spc="-1">
              <a:solidFill>
                <a:schemeClr val="dk1"/>
              </a:solidFill>
              <a:latin typeface="Aptos"/>
            </a:endParaRPr>
          </a:p>
        </p:txBody>
      </p:sp>
      <p:pic>
        <p:nvPicPr>
          <p:cNvPr id="96" name="Picture 5"/>
          <p:cNvPicPr/>
          <p:nvPr/>
        </p:nvPicPr>
        <p:blipFill>
          <a:blip r:embed="rId2"/>
          <a:stretch/>
        </p:blipFill>
        <p:spPr>
          <a:xfrm>
            <a:off x="1024920" y="2335320"/>
            <a:ext cx="9920880" cy="442620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</a:majorFont>
      <a:minorFont>
        <a:latin typeface="Aptos" panose="02110004020202020204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</a:majorFont>
      <a:minorFont>
        <a:latin typeface="Aptos" panose="02110004020202020204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</a:majorFont>
      <a:minorFont>
        <a:latin typeface="Aptos" panose="02110004020202020204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</a:majorFont>
      <a:minorFont>
        <a:latin typeface="Aptos" panose="02110004020202020204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</a:majorFont>
      <a:minorFont>
        <a:latin typeface="Aptos" panose="02110004020202020204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6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</a:majorFont>
      <a:minorFont>
        <a:latin typeface="Aptos" panose="02110004020202020204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7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</a:majorFont>
      <a:minorFont>
        <a:latin typeface="Aptos" panose="02110004020202020204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8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</a:majorFont>
      <a:minorFont>
        <a:latin typeface="Aptos" panose="02110004020202020204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9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</a:majorFont>
      <a:minorFont>
        <a:latin typeface="Aptos" panose="02110004020202020204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10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</a:majorFont>
      <a:minorFont>
        <a:latin typeface="Aptos" panose="02110004020202020204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1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</a:majorFont>
      <a:minorFont>
        <a:latin typeface="Aptos" panose="02110004020202020204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12.xml><?xml version="1.0" encoding="utf-8"?>
<a:theme xmlns:a="http://schemas.openxmlformats.org/drawingml/2006/main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97</Words>
  <Application>Microsoft Office PowerPoint</Application>
  <PresentationFormat>Širokoúhlá obrazovka</PresentationFormat>
  <Paragraphs>19</Paragraphs>
  <Slides>13</Slides>
  <Notes>1</Notes>
  <HiddenSlides>0</HiddenSlides>
  <MMClips>0</MMClips>
  <ScaleCrop>false</ScaleCrop>
  <HeadingPairs>
    <vt:vector size="6" baseType="variant">
      <vt:variant>
        <vt:lpstr>Použitá písma</vt:lpstr>
      </vt:variant>
      <vt:variant>
        <vt:i4>6</vt:i4>
      </vt:variant>
      <vt:variant>
        <vt:lpstr>Motiv</vt:lpstr>
      </vt:variant>
      <vt:variant>
        <vt:i4>11</vt:i4>
      </vt:variant>
      <vt:variant>
        <vt:lpstr>Nadpisy snímků</vt:lpstr>
      </vt:variant>
      <vt:variant>
        <vt:i4>13</vt:i4>
      </vt:variant>
    </vt:vector>
  </HeadingPairs>
  <TitlesOfParts>
    <vt:vector size="30" baseType="lpstr">
      <vt:lpstr>Aptos</vt:lpstr>
      <vt:lpstr>Aptos Display</vt:lpstr>
      <vt:lpstr>Arial</vt:lpstr>
      <vt:lpstr>Symbol</vt:lpstr>
      <vt:lpstr>Times New Roman</vt:lpstr>
      <vt:lpstr>Wingdings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Enrollment system</vt:lpstr>
      <vt:lpstr>Features</vt:lpstr>
      <vt:lpstr>Feature: Student enrollment</vt:lpstr>
      <vt:lpstr>Feature: Student enrollment cancellation</vt:lpstr>
      <vt:lpstr>Feature: Student enrollment management</vt:lpstr>
      <vt:lpstr>Feature: Setting enrollment conditions</vt:lpstr>
      <vt:lpstr>Architecture – L1 layer</vt:lpstr>
      <vt:lpstr>Architecture – L2 layer</vt:lpstr>
      <vt:lpstr>Architecture – L3 {container} components</vt:lpstr>
      <vt:lpstr>Architecture – L3 {container} components</vt:lpstr>
      <vt:lpstr>Dynamic diagrams</vt:lpstr>
      <vt:lpstr>Deployment diagram</vt:lpstr>
      <vt:lpstr>Prezentace aplikace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Veronika Kavanová</dc:creator>
  <dc:description/>
  <cp:lastModifiedBy>jan novák</cp:lastModifiedBy>
  <cp:revision>3</cp:revision>
  <dcterms:created xsi:type="dcterms:W3CDTF">2025-11-22T20:27:36Z</dcterms:created>
  <dcterms:modified xsi:type="dcterms:W3CDTF">2025-11-23T17:40:50Z</dcterms:modified>
  <dc:language>en-US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</vt:i4>
  </property>
  <property fmtid="{D5CDD505-2E9C-101B-9397-08002B2CF9AE}" pid="3" name="PresentationFormat">
    <vt:lpwstr>Widescreen</vt:lpwstr>
  </property>
  <property fmtid="{D5CDD505-2E9C-101B-9397-08002B2CF9AE}" pid="4" name="Slides">
    <vt:i4>12</vt:i4>
  </property>
</Properties>
</file>