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25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8" r:id="rId21"/>
    <p:sldId id="265" r:id="rId22"/>
    <p:sldId id="266" r:id="rId23"/>
    <p:sldId id="267" r:id="rId2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Click to move the slide</a:t>
            </a: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71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72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3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14637E2-9324-4177-992E-4B0328487DCC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2674341-B531-445F-AB8A-347D62F3CA88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A8645AF-E923-42BE-8B32-AE6CB2677F79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DB3E2F7-0888-4E25-B7BD-E18E75852FC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613F4B91-6793-4486-992C-94AF702922F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70BA745-67A7-46DF-B3A1-7E01BDF35EE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453E976A-7815-4C40-A6E4-0D787D29229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EA85C7E8-AC29-476C-B9F4-A0B058EAEF8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0527E540-5786-42E1-ABF3-A8B838B1FCF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36A7872B-6FCE-4204-9100-EAF752604C6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2C083F74-2741-4A95-8FBD-9406973F4C6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69B50E34-9A57-43A8-89D9-36A86CFE192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99C3CAFD-E86D-42D5-9EDA-1C2966FB591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60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CC8BDD-B1AB-4B9C-BDF7-4BFC1A7B8E05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71E346-9A81-46B0-8906-5D05A9625606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7DDAFC-B324-4DA4-B933-225ADD0DAF70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52E276-0861-4696-909C-0EC308A441C9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60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C508ED-F231-4FB6-9377-21B766A0D0FA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6F7F93-F91A-4ED1-BEF3-861DBBC9D87F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1A8804-CEFC-454C-8AC2-A2FE12286D54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A32A4A-B1F3-4F3A-823F-B5EC8076768B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EEF61B-90F4-48B8-8B94-80438530ACBE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Click to edit the title text format</a:t>
            </a: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Fifth level</a:t>
            </a: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16AB4E-D6B1-4789-AF0E-B870B78C184D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Seventh Outline Level</a:t>
            </a: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CA1765-F569-4630-B4ED-061796014864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Aptos Display"/>
              </a:rPr>
              <a:t>Enrollment system</a:t>
            </a:r>
            <a:endParaRPr lang="en-US" sz="60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Vojto Gáborík, Veronika Kavanová, Jan Novák, Vojtěch Štěpán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Features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Feature: Student enrollment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Worked on by Veronika Kavanová and Jan Novák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Feature: Student enrollment cancellation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Worked on by Vojtěch Štěpán and Vojto Gáborík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Feature: Student enrollment management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Worked on by Jan Novák and Vojtěch Štěpán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Feature: Setting enrollment conditions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Worked on by Vojto Gáborík and Veronika Kavanová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266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Architecture – L1 layer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pic>
        <p:nvPicPr>
          <p:cNvPr id="87" name="Content Placeholder 4" descr="A diagram of a system&#10;&#10;AI-generated content may be incorrect."/>
          <p:cNvPicPr/>
          <p:nvPr/>
        </p:nvPicPr>
        <p:blipFill>
          <a:blip r:embed="rId2"/>
          <a:stretch/>
        </p:blipFill>
        <p:spPr>
          <a:xfrm>
            <a:off x="2234160" y="1297080"/>
            <a:ext cx="7074000" cy="5054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Architecture – L2 layer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pic>
        <p:nvPicPr>
          <p:cNvPr id="3" name="Zástupný obsah 2">
            <a:extLst>
              <a:ext uri="{FF2B5EF4-FFF2-40B4-BE49-F238E27FC236}">
                <a16:creationId xmlns:a16="http://schemas.microsoft.com/office/drawing/2014/main" id="{97B29AE0-1C23-16A5-2784-ABE3BE8EFE10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68" y="1390650"/>
            <a:ext cx="12198668" cy="4956884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63793" y="266718"/>
            <a:ext cx="11720052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 dirty="0">
                <a:solidFill>
                  <a:schemeClr val="dk1"/>
                </a:solidFill>
                <a:latin typeface="Aptos Display"/>
              </a:rPr>
              <a:t>Architecture – L3 enrollment </a:t>
            </a:r>
            <a:r>
              <a:rPr lang="en-US" spc="-1" dirty="0">
                <a:solidFill>
                  <a:schemeClr val="dk1"/>
                </a:solidFill>
                <a:latin typeface="Aptos Display"/>
              </a:rPr>
              <a:t>manager </a:t>
            </a:r>
            <a:r>
              <a:rPr lang="en-US" sz="4400" b="0" strike="noStrike" spc="-1" dirty="0">
                <a:solidFill>
                  <a:schemeClr val="dk1"/>
                </a:solidFill>
                <a:latin typeface="Aptos Display"/>
              </a:rPr>
              <a:t>components</a:t>
            </a:r>
            <a:endParaRPr lang="en-US" sz="4400" b="0" strike="noStrike" spc="-1" dirty="0">
              <a:solidFill>
                <a:schemeClr val="dk1"/>
              </a:solidFill>
              <a:latin typeface="Aptos"/>
            </a:endParaRPr>
          </a:p>
        </p:txBody>
      </p:sp>
      <p:pic>
        <p:nvPicPr>
          <p:cNvPr id="3" name="Zástupný obsah 2">
            <a:extLst>
              <a:ext uri="{FF2B5EF4-FFF2-40B4-BE49-F238E27FC236}">
                <a16:creationId xmlns:a16="http://schemas.microsoft.com/office/drawing/2014/main" id="{4C4A4D64-1E3B-4FB5-B98D-6E6DED947B05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0" y="1300439"/>
            <a:ext cx="8315325" cy="5557561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631A1-8891-94C1-37BC-DF82B0BBE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>
            <a:extLst>
              <a:ext uri="{FF2B5EF4-FFF2-40B4-BE49-F238E27FC236}">
                <a16:creationId xmlns:a16="http://schemas.microsoft.com/office/drawing/2014/main" id="{D4C31294-1A55-41A7-6729-241D9C700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195" y="315879"/>
            <a:ext cx="1113761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 dirty="0">
                <a:solidFill>
                  <a:schemeClr val="dk1"/>
                </a:solidFill>
                <a:latin typeface="Aptos Display"/>
              </a:rPr>
              <a:t>Architecture – L3 </a:t>
            </a:r>
            <a:r>
              <a:rPr lang="en-US" spc="-1" dirty="0">
                <a:solidFill>
                  <a:schemeClr val="dk1"/>
                </a:solidFill>
                <a:latin typeface="Aptos Display"/>
              </a:rPr>
              <a:t>s</a:t>
            </a:r>
            <a:r>
              <a:rPr lang="en-US" sz="4400" b="0" strike="noStrike" spc="-1" dirty="0">
                <a:solidFill>
                  <a:schemeClr val="dk1"/>
                </a:solidFill>
                <a:latin typeface="Aptos Display"/>
              </a:rPr>
              <a:t>tatistics engine components</a:t>
            </a:r>
            <a:endParaRPr lang="en-US" sz="4400" b="0" strike="noStrike" spc="-1" dirty="0">
              <a:solidFill>
                <a:schemeClr val="dk1"/>
              </a:solidFill>
              <a:latin typeface="Aptos"/>
            </a:endParaRPr>
          </a:p>
        </p:txBody>
      </p:sp>
      <p:pic>
        <p:nvPicPr>
          <p:cNvPr id="3" name="Zástupný obsah 2">
            <a:extLst>
              <a:ext uri="{FF2B5EF4-FFF2-40B4-BE49-F238E27FC236}">
                <a16:creationId xmlns:a16="http://schemas.microsoft.com/office/drawing/2014/main" id="{822FEF3D-38C5-8363-1DA2-45D8D8235351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872" y="1280468"/>
            <a:ext cx="3488924" cy="5495141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791187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Dynamic diagrams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pic>
        <p:nvPicPr>
          <p:cNvPr id="93" name="Obrázek 92"/>
          <p:cNvPicPr/>
          <p:nvPr/>
        </p:nvPicPr>
        <p:blipFill>
          <a:blip r:embed="rId2"/>
          <a:stretch/>
        </p:blipFill>
        <p:spPr>
          <a:xfrm>
            <a:off x="800280" y="1371600"/>
            <a:ext cx="10235880" cy="5257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Deployment diagram</a:t>
            </a: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690560"/>
            <a:ext cx="10515240" cy="448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Worked on by Veronika Kavanová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ptos"/>
            </a:endParaRPr>
          </a:p>
        </p:txBody>
      </p:sp>
      <p:pic>
        <p:nvPicPr>
          <p:cNvPr id="96" name="Picture 5"/>
          <p:cNvPicPr/>
          <p:nvPr/>
        </p:nvPicPr>
        <p:blipFill>
          <a:blip r:embed="rId2"/>
          <a:stretch/>
        </p:blipFill>
        <p:spPr>
          <a:xfrm>
            <a:off x="1024920" y="2335320"/>
            <a:ext cx="9920880" cy="4426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95</Words>
  <Application>Microsoft Office PowerPoint</Application>
  <PresentationFormat>Widescreen</PresentationFormat>
  <Paragraphs>19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13</vt:i4>
      </vt:variant>
    </vt:vector>
  </HeadingPairs>
  <TitlesOfParts>
    <vt:vector size="30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Enrollment system</vt:lpstr>
      <vt:lpstr>Features</vt:lpstr>
      <vt:lpstr>Feature: Student enrollment</vt:lpstr>
      <vt:lpstr>Feature: Student enrollment cancellation</vt:lpstr>
      <vt:lpstr>Feature: Student enrollment management</vt:lpstr>
      <vt:lpstr>Feature: Setting enrollment conditions</vt:lpstr>
      <vt:lpstr>Architecture – L1 layer</vt:lpstr>
      <vt:lpstr>Architecture – L2 layer</vt:lpstr>
      <vt:lpstr>Architecture – L3 enrollment manager components</vt:lpstr>
      <vt:lpstr>Architecture – L3 statistics engine components</vt:lpstr>
      <vt:lpstr>Dynamic diagrams</vt:lpstr>
      <vt:lpstr>Deployment diagram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Veronika Kavanová</dc:creator>
  <dc:description/>
  <cp:lastModifiedBy>Veronika Kavanová</cp:lastModifiedBy>
  <cp:revision>4</cp:revision>
  <dcterms:created xsi:type="dcterms:W3CDTF">2025-11-22T20:27:36Z</dcterms:created>
  <dcterms:modified xsi:type="dcterms:W3CDTF">2025-11-24T09:54:27Z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12</vt:i4>
  </property>
</Properties>
</file>