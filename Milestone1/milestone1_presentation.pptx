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_rels/notesSlide12.xml.rels" ContentType="application/vnd.openxmlformats-package.relationships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14637E2-9324-4177-992E-4B0328487DC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674341-B531-445F-AB8A-347D62F3CA8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8645AF-E923-42BE-8B32-AE6CB2677F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DB3E2F7-0888-4E25-B7BD-E18E75852F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13F4B91-6793-4486-992C-94AF702922F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70BA745-67A7-46DF-B3A1-7E01BDF35E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53E976A-7815-4C40-A6E4-0D787D29229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A85C7E8-AC29-476C-B9F4-A0B058EAEF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527E540-5786-42E1-ABF3-A8B838B1FC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6A7872B-6FCE-4204-9100-EAF752604C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C083F74-2741-4A95-8FBD-9406973F4C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69B50E34-9A57-43A8-89D9-36A86CFE19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9C3CAFD-E86D-42D5-9EDA-1C2966FB59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 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CC8BDD-B1AB-4B9C-BDF7-4BFC1A7B8E05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10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71E346-9A81-46B0-8906-5D05A9625606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7DDAFC-B324-4DA4-B933-225ADD0DAF70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52E276-0861-4696-909C-0EC308A441C9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C508ED-F231-4FB6-9377-21B766A0D0FA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6F7F93-F91A-4ED1-BEF3-861DBBC9D87F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1A8804-CEFC-454C-8AC2-A2FE12286D54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A32A4A-B1F3-4F3A-823F-B5EC8076768B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EEF61B-90F4-48B8-8B94-80438530ACBE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ptos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16AB4E-D6B1-4789-AF0E-B870B78C184D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Aptos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1"/>
                </a:solidFill>
                <a:latin typeface="Aptos"/>
              </a:rPr>
              <a:t>Click to edit Master text styles</a:t>
            </a:r>
            <a:endParaRPr b="0" lang="en-US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CA1765-F569-4630-B4ED-061796014864}" type="slidenum">
              <a:rPr b="0" lang="en-US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Aptos Display"/>
              </a:rPr>
              <a:t>Enrollment system</a:t>
            </a:r>
            <a:endParaRPr b="0" lang="en-US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Aptos"/>
              </a:rPr>
              <a:t>Vojto Gáborík, Veronika Kavanová, Jan Novák, Vojtěch Štěpán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Features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Feature: Student enrollment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Worked on by Veronika Kavanová and Jan Novák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Feature: Student enrollment cancellation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Worked on by Vojtěch Štěpán and Vojto Gáborík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Feature: Student enrollment management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Worked on by Jan Novák and Vojtěch Štěpán 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Feature: Setting enrollment conditions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Worked on by Vojto Gáborík and Veronika Kavanová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266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Architecture – L1 layer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pic>
        <p:nvPicPr>
          <p:cNvPr id="87" name="Content Placeholder 4" descr="A diagram of a system&#10;&#10;AI-generated content may be incorrect."/>
          <p:cNvPicPr/>
          <p:nvPr/>
        </p:nvPicPr>
        <p:blipFill>
          <a:blip r:embed="rId1"/>
          <a:stretch/>
        </p:blipFill>
        <p:spPr>
          <a:xfrm>
            <a:off x="2234160" y="1297080"/>
            <a:ext cx="7074000" cy="5054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Architecture – L2 layer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Architecture – L3 {container} components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Dynamic diagrams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pic>
        <p:nvPicPr>
          <p:cNvPr id="93" name="" descr=""/>
          <p:cNvPicPr/>
          <p:nvPr/>
        </p:nvPicPr>
        <p:blipFill>
          <a:blip r:embed="rId1"/>
          <a:stretch/>
        </p:blipFill>
        <p:spPr>
          <a:xfrm>
            <a:off x="800280" y="1371600"/>
            <a:ext cx="10235880" cy="5257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Aptos Display"/>
              </a:rPr>
              <a:t>Deployment diagram</a:t>
            </a:r>
            <a:endParaRPr b="0" lang="en-US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5240" cy="448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ptos"/>
              </a:rPr>
              <a:t>Worked on by Veronika Kavanová</a:t>
            </a:r>
            <a:endParaRPr b="0" lang="en-US" sz="2800" spc="-1" strike="noStrike">
              <a:solidFill>
                <a:schemeClr val="dk1"/>
              </a:solidFill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Aptos"/>
            </a:endParaRPr>
          </a:p>
        </p:txBody>
      </p:sp>
      <p:pic>
        <p:nvPicPr>
          <p:cNvPr id="96" name="Picture 5" descr=""/>
          <p:cNvPicPr/>
          <p:nvPr/>
        </p:nvPicPr>
        <p:blipFill>
          <a:blip r:embed="rId1"/>
          <a:stretch/>
        </p:blipFill>
        <p:spPr>
          <a:xfrm>
            <a:off x="1024920" y="2335320"/>
            <a:ext cx="9920880" cy="4426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LibreOffice/24.2.7.2$Linux_X86_64 LibreOffice_project/420$Build-2</Application>
  <AppVersion>15.0000</AppVersion>
  <Words>95</Words>
  <Paragraphs>19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2025-11-22T20:27:36Z</dcterms:created>
  <dc:creator>Veronika Kavanová</dc:creator>
  <dc:description/>
  <dc:language>en-US</dc:language>
  <cp:lastModifiedBy/>
  <dcterms:modified xsi:type="dcterms:W3CDTF">2025-11-23T09:39:10Z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12</vt:i4>
  </property>
</Properties>
</file>