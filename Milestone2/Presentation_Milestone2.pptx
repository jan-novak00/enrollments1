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slideLayouts/slideLayout13.xml" ContentType="application/vnd.openxmlformats-officedocument.presentationml.slideLayout+xml"/>
  <Override PartName="/ppt/theme/theme13.xml" ContentType="application/vnd.openxmlformats-officedocument.theme+xml"/>
  <Override PartName="/ppt/slideLayouts/slideLayout14.xml" ContentType="application/vnd.openxmlformats-officedocument.presentationml.slideLayout+xml"/>
  <Override PartName="/ppt/theme/theme14.xml" ContentType="application/vnd.openxmlformats-officedocument.theme+xml"/>
  <Override PartName="/ppt/slideLayouts/slideLayout15.xml" ContentType="application/vnd.openxmlformats-officedocument.presentationml.slideLayout+xml"/>
  <Override PartName="/ppt/theme/theme15.xml" ContentType="application/vnd.openxmlformats-officedocument.theme+xml"/>
  <Override PartName="/ppt/slideLayouts/slideLayout16.xml" ContentType="application/vnd.openxmlformats-officedocument.presentationml.slideLayout+xml"/>
  <Override PartName="/ppt/theme/theme16.xml" ContentType="application/vnd.openxmlformats-officedocument.theme+xml"/>
  <Override PartName="/ppt/slideLayouts/slideLayout17.xml" ContentType="application/vnd.openxmlformats-officedocument.presentationml.slideLayout+xml"/>
  <Override PartName="/ppt/theme/theme17.xml" ContentType="application/vnd.openxmlformats-officedocument.theme+xml"/>
  <Override PartName="/ppt/slideLayouts/slideLayout18.xml" ContentType="application/vnd.openxmlformats-officedocument.presentationml.slideLayout+xml"/>
  <Override PartName="/ppt/theme/theme18.xml" ContentType="application/vnd.openxmlformats-officedocument.theme+xml"/>
  <Override PartName="/ppt/slideLayouts/slideLayout19.xml" ContentType="application/vnd.openxmlformats-officedocument.presentationml.slideLayout+xml"/>
  <Override PartName="/ppt/theme/theme19.xml" ContentType="application/vnd.openxmlformats-officedocument.theme+xml"/>
  <Override PartName="/ppt/slideLayouts/slideLayout20.xml" ContentType="application/vnd.openxmlformats-officedocument.presentationml.slideLayout+xml"/>
  <Override PartName="/ppt/theme/theme20.xml" ContentType="application/vnd.openxmlformats-officedocument.theme+xml"/>
  <Override PartName="/ppt/slideLayouts/slideLayout21.xml" ContentType="application/vnd.openxmlformats-officedocument.presentationml.slideLayout+xml"/>
  <Override PartName="/ppt/theme/theme21.xml" ContentType="application/vnd.openxmlformats-officedocument.theme+xml"/>
  <Override PartName="/ppt/slideLayouts/slideLayout22.xml" ContentType="application/vnd.openxmlformats-officedocument.presentationml.slideLayout+xml"/>
  <Override PartName="/ppt/theme/theme22.xml" ContentType="application/vnd.openxmlformats-officedocument.theme+xml"/>
  <Override PartName="/ppt/slideLayouts/slideLayout23.xml" ContentType="application/vnd.openxmlformats-officedocument.presentationml.slideLayout+xml"/>
  <Override PartName="/ppt/theme/theme23.xml" ContentType="application/vnd.openxmlformats-officedocument.theme+xml"/>
  <Override PartName="/ppt/slideLayouts/slideLayout24.xml" ContentType="application/vnd.openxmlformats-officedocument.presentationml.slideLayout+xml"/>
  <Override PartName="/ppt/theme/theme24.xml" ContentType="application/vnd.openxmlformats-officedocument.theme+xml"/>
  <Override PartName="/ppt/slideLayouts/slideLayout25.xml" ContentType="application/vnd.openxmlformats-officedocument.presentationml.slideLayout+xml"/>
  <Override PartName="/ppt/theme/theme25.xml" ContentType="application/vnd.openxmlformats-officedocument.theme+xml"/>
  <Override PartName="/ppt/slideLayouts/slideLayout26.xml" ContentType="application/vnd.openxmlformats-officedocument.presentationml.slideLayout+xml"/>
  <Override PartName="/ppt/theme/theme26.xml" ContentType="application/vnd.openxmlformats-officedocument.theme+xml"/>
  <Override PartName="/ppt/slideLayouts/slideLayout27.xml" ContentType="application/vnd.openxmlformats-officedocument.presentationml.slideLayout+xml"/>
  <Override PartName="/ppt/theme/theme27.xml" ContentType="application/vnd.openxmlformats-officedocument.theme+xml"/>
  <Override PartName="/ppt/slideLayouts/slideLayout28.xml" ContentType="application/vnd.openxmlformats-officedocument.presentationml.slideLayout+xml"/>
  <Override PartName="/ppt/theme/theme28.xml" ContentType="application/vnd.openxmlformats-officedocument.theme+xml"/>
  <Override PartName="/ppt/slideLayouts/slideLayout29.xml" ContentType="application/vnd.openxmlformats-officedocument.presentationml.slideLayout+xml"/>
  <Override PartName="/ppt/theme/theme29.xml" ContentType="application/vnd.openxmlformats-officedocument.theme+xml"/>
  <Override PartName="/ppt/slideLayouts/slideLayout30.xml" ContentType="application/vnd.openxmlformats-officedocument.presentationml.slideLayout+xml"/>
  <Override PartName="/ppt/theme/theme30.xml" ContentType="application/vnd.openxmlformats-officedocument.theme+xml"/>
  <Override PartName="/ppt/slideLayouts/slideLayout31.xml" ContentType="application/vnd.openxmlformats-officedocument.presentationml.slideLayout+xml"/>
  <Override PartName="/ppt/theme/theme31.xml" ContentType="application/vnd.openxmlformats-officedocument.theme+xml"/>
  <Override PartName="/ppt/slideLayouts/slideLayout32.xml" ContentType="application/vnd.openxmlformats-officedocument.presentationml.slideLayout+xml"/>
  <Override PartName="/ppt/theme/theme32.xml" ContentType="application/vnd.openxmlformats-officedocument.theme+xml"/>
  <Override PartName="/ppt/slideLayouts/slideLayout33.xml" ContentType="application/vnd.openxmlformats-officedocument.presentationml.slideLayout+xml"/>
  <Override PartName="/ppt/theme/theme33.xml" ContentType="application/vnd.openxmlformats-officedocument.theme+xml"/>
  <Override PartName="/ppt/slideLayouts/slideLayout34.xml" ContentType="application/vnd.openxmlformats-officedocument.presentationml.slideLayout+xml"/>
  <Override PartName="/ppt/theme/theme34.xml" ContentType="application/vnd.openxmlformats-officedocument.theme+xml"/>
  <Override PartName="/ppt/slideLayouts/slideLayout35.xml" ContentType="application/vnd.openxmlformats-officedocument.presentationml.slideLayout+xml"/>
  <Override PartName="/ppt/theme/theme35.xml" ContentType="application/vnd.openxmlformats-officedocument.theme+xml"/>
  <Override PartName="/ppt/slideLayouts/slideLayout36.xml" ContentType="application/vnd.openxmlformats-officedocument.presentationml.slideLayout+xml"/>
  <Override PartName="/ppt/theme/theme36.xml" ContentType="application/vnd.openxmlformats-officedocument.theme+xml"/>
  <Override PartName="/ppt/theme/theme3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  <p:sldMasterId id="2147483672" r:id="rId13"/>
    <p:sldMasterId id="2147483674" r:id="rId14"/>
    <p:sldMasterId id="2147483676" r:id="rId15"/>
    <p:sldMasterId id="2147483678" r:id="rId16"/>
    <p:sldMasterId id="2147483680" r:id="rId17"/>
    <p:sldMasterId id="2147483682" r:id="rId18"/>
    <p:sldMasterId id="2147483684" r:id="rId19"/>
    <p:sldMasterId id="2147483686" r:id="rId20"/>
    <p:sldMasterId id="2147483688" r:id="rId21"/>
    <p:sldMasterId id="2147483690" r:id="rId22"/>
    <p:sldMasterId id="2147483692" r:id="rId23"/>
    <p:sldMasterId id="2147483694" r:id="rId24"/>
    <p:sldMasterId id="2147483696" r:id="rId25"/>
    <p:sldMasterId id="2147483698" r:id="rId26"/>
    <p:sldMasterId id="2147483700" r:id="rId27"/>
    <p:sldMasterId id="2147483702" r:id="rId28"/>
    <p:sldMasterId id="2147483704" r:id="rId29"/>
    <p:sldMasterId id="2147483706" r:id="rId30"/>
    <p:sldMasterId id="2147483708" r:id="rId31"/>
    <p:sldMasterId id="2147483710" r:id="rId32"/>
    <p:sldMasterId id="2147483712" r:id="rId33"/>
    <p:sldMasterId id="2147483714" r:id="rId34"/>
    <p:sldMasterId id="2147483716" r:id="rId35"/>
    <p:sldMasterId id="2147483718" r:id="rId36"/>
  </p:sldMasterIdLst>
  <p:notesMasterIdLst>
    <p:notesMasterId r:id="rId51"/>
  </p:notesMasterIdLst>
  <p:sldIdLst>
    <p:sldId id="256" r:id="rId37"/>
    <p:sldId id="257" r:id="rId38"/>
    <p:sldId id="258" r:id="rId39"/>
    <p:sldId id="259" r:id="rId40"/>
    <p:sldId id="260" r:id="rId41"/>
    <p:sldId id="261" r:id="rId42"/>
    <p:sldId id="262" r:id="rId43"/>
    <p:sldId id="263" r:id="rId44"/>
    <p:sldId id="264" r:id="rId45"/>
    <p:sldId id="265" r:id="rId46"/>
    <p:sldId id="266" r:id="rId47"/>
    <p:sldId id="267" r:id="rId48"/>
    <p:sldId id="268" r:id="rId49"/>
    <p:sldId id="269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26" Type="http://schemas.openxmlformats.org/officeDocument/2006/relationships/slideMaster" Target="slideMasters/slideMaster26.xml"/><Relationship Id="rId39" Type="http://schemas.openxmlformats.org/officeDocument/2006/relationships/slide" Target="slides/slide3.xml"/><Relationship Id="rId21" Type="http://schemas.openxmlformats.org/officeDocument/2006/relationships/slideMaster" Target="slideMasters/slideMaster21.xml"/><Relationship Id="rId34" Type="http://schemas.openxmlformats.org/officeDocument/2006/relationships/slideMaster" Target="slideMasters/slideMaster34.xml"/><Relationship Id="rId42" Type="http://schemas.openxmlformats.org/officeDocument/2006/relationships/slide" Target="slides/slide6.xml"/><Relationship Id="rId47" Type="http://schemas.openxmlformats.org/officeDocument/2006/relationships/slide" Target="slides/slide11.xml"/><Relationship Id="rId50" Type="http://schemas.openxmlformats.org/officeDocument/2006/relationships/slide" Target="slides/slide14.xml"/><Relationship Id="rId55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9" Type="http://schemas.openxmlformats.org/officeDocument/2006/relationships/slideMaster" Target="slideMasters/slideMaster29.xml"/><Relationship Id="rId11" Type="http://schemas.openxmlformats.org/officeDocument/2006/relationships/slideMaster" Target="slideMasters/slideMaster11.xml"/><Relationship Id="rId24" Type="http://schemas.openxmlformats.org/officeDocument/2006/relationships/slideMaster" Target="slideMasters/slideMaster24.xml"/><Relationship Id="rId32" Type="http://schemas.openxmlformats.org/officeDocument/2006/relationships/slideMaster" Target="slideMasters/slideMaster32.xml"/><Relationship Id="rId37" Type="http://schemas.openxmlformats.org/officeDocument/2006/relationships/slide" Target="slides/slide1.xml"/><Relationship Id="rId40" Type="http://schemas.openxmlformats.org/officeDocument/2006/relationships/slide" Target="slides/slide4.xml"/><Relationship Id="rId45" Type="http://schemas.openxmlformats.org/officeDocument/2006/relationships/slide" Target="slides/slide9.xml"/><Relationship Id="rId53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0" Type="http://schemas.openxmlformats.org/officeDocument/2006/relationships/slideMaster" Target="slideMasters/slideMaster10.xml"/><Relationship Id="rId19" Type="http://schemas.openxmlformats.org/officeDocument/2006/relationships/slideMaster" Target="slideMasters/slideMaster19.xml"/><Relationship Id="rId31" Type="http://schemas.openxmlformats.org/officeDocument/2006/relationships/slideMaster" Target="slideMasters/slideMaster31.xml"/><Relationship Id="rId44" Type="http://schemas.openxmlformats.org/officeDocument/2006/relationships/slide" Target="slides/slide8.xml"/><Relationship Id="rId52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Master" Target="slideMasters/slideMaster22.xml"/><Relationship Id="rId27" Type="http://schemas.openxmlformats.org/officeDocument/2006/relationships/slideMaster" Target="slideMasters/slideMaster27.xml"/><Relationship Id="rId30" Type="http://schemas.openxmlformats.org/officeDocument/2006/relationships/slideMaster" Target="slideMasters/slideMaster30.xml"/><Relationship Id="rId35" Type="http://schemas.openxmlformats.org/officeDocument/2006/relationships/slideMaster" Target="slideMasters/slideMaster35.xml"/><Relationship Id="rId43" Type="http://schemas.openxmlformats.org/officeDocument/2006/relationships/slide" Target="slides/slide7.xml"/><Relationship Id="rId48" Type="http://schemas.openxmlformats.org/officeDocument/2006/relationships/slide" Target="slides/slide12.xml"/><Relationship Id="rId8" Type="http://schemas.openxmlformats.org/officeDocument/2006/relationships/slideMaster" Target="slideMasters/slideMaster8.xml"/><Relationship Id="rId51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Master" Target="slideMasters/slideMaster25.xml"/><Relationship Id="rId33" Type="http://schemas.openxmlformats.org/officeDocument/2006/relationships/slideMaster" Target="slideMasters/slideMaster33.xml"/><Relationship Id="rId38" Type="http://schemas.openxmlformats.org/officeDocument/2006/relationships/slide" Target="slides/slide2.xml"/><Relationship Id="rId46" Type="http://schemas.openxmlformats.org/officeDocument/2006/relationships/slide" Target="slides/slide10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5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Master" Target="slideMasters/slideMaster23.xml"/><Relationship Id="rId28" Type="http://schemas.openxmlformats.org/officeDocument/2006/relationships/slideMaster" Target="slideMasters/slideMaster28.xml"/><Relationship Id="rId36" Type="http://schemas.openxmlformats.org/officeDocument/2006/relationships/slideMaster" Target="slideMasters/slideMaster36.xml"/><Relationship Id="rId49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30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302" name="PlaceHolder 4"/>
          <p:cNvSpPr>
            <a:spLocks noGrp="1"/>
          </p:cNvSpPr>
          <p:nvPr>
            <p:ph type="dt" idx="10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303" name="PlaceHolder 5"/>
          <p:cNvSpPr>
            <a:spLocks noGrp="1"/>
          </p:cNvSpPr>
          <p:nvPr>
            <p:ph type="ftr" idx="11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04" name="PlaceHolder 6"/>
          <p:cNvSpPr>
            <a:spLocks noGrp="1"/>
          </p:cNvSpPr>
          <p:nvPr>
            <p:ph type="sldNum" idx="11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6D9BBED-094E-4256-8148-48E4F75023C9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1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C1BEEF7-9FCD-4783-B5DF-112A1B267C54}" type="slidenum">
              <a:rPr lang="en-US" sz="1200" b="0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1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9F1099B-EB2E-4F9B-AD48-CE5336501FDA}" type="slidenum">
              <a:rPr lang="en-US" sz="1200" b="0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1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B51D41F-9AE4-4894-BC20-C5647F62BD52}" type="slidenum">
              <a:rPr lang="en-US" sz="1200" b="0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115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F88EECB-A37A-40CD-B67E-07D99707C488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10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116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87F273C-7330-4739-AAD6-7540E83BA210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11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0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EA815063-6D70-447C-8EDD-2C643A72740C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OBJECT_OV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5875E3A-6AF8-4DB2-925D-47C6341CB5FB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FOUR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EEB08405-D20F-496B-B050-FD64F94F86D1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8DA346F0-F44D-4DA0-A87B-665950D2EC44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C6FD085D-7CB3-479A-B5B4-76C2A8F1863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8C06F018-6815-46A6-941D-C30BE23BE0D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CD7E5359-9469-4FE0-B34B-748D5A7D4820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lstStyle/>
          <a:p>
            <a:fld id="{1308D9B4-EDA2-470F-8044-D508C4293A6D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OBJECT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94955C07-EB5A-46B4-A896-A980661E508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WO_OBJECTS_AND_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BCA5BB5-AD84-4BE7-9F70-D9EEB43CD65D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OBJECT_AND_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6F26F10F-4420-4DC2-A945-0BD4EA5408D5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WO_OBJECTS_OV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03D03803-76D9-4156-87F1-C1C2FC37BE46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D4EE3CF6-C6D8-4C7E-80CF-013A7C774A2C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25F60D14-9D38-47ED-8930-F387138385F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A3D2CF6B-7E2E-4996-BD93-AA3E1E502F47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lstStyle/>
          <a:p>
            <a:fld id="{06681E9D-66C4-4EDB-A06F-271C1AA9725F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22CF1B65-8015-4AF1-A0FD-2CA5F0790C9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81F042B6-2F91-43AF-8487-DF0F683D39E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lstStyle/>
          <a:p>
            <a:fld id="{09CED34F-BAD3-40E6-9191-18C30ABAA955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5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9"/>
          </p:nvPr>
        </p:nvSpPr>
        <p:spPr/>
        <p:txBody>
          <a:bodyPr/>
          <a:lstStyle/>
          <a:p>
            <a:fld id="{EBAB0089-BB9A-4A1D-8C86-BE2108B4F651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2"/>
          </p:nvPr>
        </p:nvSpPr>
        <p:spPr/>
        <p:txBody>
          <a:bodyPr/>
          <a:lstStyle/>
          <a:p>
            <a:fld id="{0090A35A-A463-4B8D-9F99-720C3F54A8A9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6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5"/>
          </p:nvPr>
        </p:nvSpPr>
        <p:spPr/>
        <p:txBody>
          <a:bodyPr/>
          <a:lstStyle/>
          <a:p>
            <a:fld id="{739D277B-C665-40D6-8BAB-E143689C9EE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6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8"/>
          </p:nvPr>
        </p:nvSpPr>
        <p:spPr/>
        <p:txBody>
          <a:bodyPr/>
          <a:lstStyle/>
          <a:p>
            <a:fld id="{EE8FF209-3E64-43B3-A54D-F249D7BB971B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71"/>
          </p:nvPr>
        </p:nvSpPr>
        <p:spPr/>
        <p:txBody>
          <a:bodyPr/>
          <a:lstStyle/>
          <a:p>
            <a:fld id="{63F9B910-D0ED-438E-BD6B-5B02678B8636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12DD2A0C-E943-479E-A552-B40993229B6F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77"/>
          </p:nvPr>
        </p:nvSpPr>
        <p:spPr/>
        <p:txBody>
          <a:bodyPr/>
          <a:lstStyle/>
          <a:p>
            <a:fld id="{DF0D98D9-E5F1-4CB1-A47F-46A83ECDE321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0"/>
          </p:nvPr>
        </p:nvSpPr>
        <p:spPr/>
        <p:txBody>
          <a:bodyPr/>
          <a:lstStyle/>
          <a:p>
            <a:fld id="{2BBFF2C1-C612-41A6-8448-E36AAC466B5B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8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3"/>
          </p:nvPr>
        </p:nvSpPr>
        <p:spPr/>
        <p:txBody>
          <a:bodyPr/>
          <a:lstStyle/>
          <a:p>
            <a:fld id="{A120CC84-E6EE-49A3-A9BD-A5158470EE29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8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6"/>
          </p:nvPr>
        </p:nvSpPr>
        <p:spPr/>
        <p:txBody>
          <a:bodyPr/>
          <a:lstStyle/>
          <a:p>
            <a:fld id="{0BBF7EF4-7401-4CCB-AC66-3738918BE0F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8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9"/>
          </p:nvPr>
        </p:nvSpPr>
        <p:spPr/>
        <p:txBody>
          <a:bodyPr/>
          <a:lstStyle/>
          <a:p>
            <a:fld id="{48EBFE9D-BF54-4554-869A-E38D69D40C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9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9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2"/>
          </p:nvPr>
        </p:nvSpPr>
        <p:spPr/>
        <p:txBody>
          <a:bodyPr/>
          <a:lstStyle/>
          <a:p>
            <a:fld id="{686A11A1-9B41-4099-9F77-FA5427CC3BD7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9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9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5"/>
          </p:nvPr>
        </p:nvSpPr>
        <p:spPr/>
        <p:txBody>
          <a:bodyPr/>
          <a:lstStyle/>
          <a:p>
            <a:fld id="{BF257848-4B94-4A3D-831D-DCA0E9C52D3D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9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9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8"/>
          </p:nvPr>
        </p:nvSpPr>
        <p:spPr/>
        <p:txBody>
          <a:bodyPr/>
          <a:lstStyle/>
          <a:p>
            <a:fld id="{EA347DDA-B2DE-4470-AFBD-7140B791ED1E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9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01"/>
          </p:nvPr>
        </p:nvSpPr>
        <p:spPr/>
        <p:txBody>
          <a:bodyPr/>
          <a:lstStyle/>
          <a:p>
            <a:fld id="{D9AED7AE-85F8-4673-9737-C2E543C033DD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04"/>
          </p:nvPr>
        </p:nvSpPr>
        <p:spPr/>
        <p:txBody>
          <a:bodyPr/>
          <a:lstStyle/>
          <a:p>
            <a:fld id="{5FF482E5-BC75-42F9-921B-C08A4326D3CC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07"/>
          </p:nvPr>
        </p:nvSpPr>
        <p:spPr/>
        <p:txBody>
          <a:bodyPr/>
          <a:lstStyle/>
          <a:p>
            <a:fld id="{5097E023-CCD7-41F5-AC19-7B5423ED1A87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_rels/slideMaster13.xml.rels><?xml version="1.0" encoding="UTF-8" standalone="yes"?>
<Relationships xmlns="http://schemas.openxmlformats.org/package/2006/relationships"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13.xml"/></Relationships>
</file>

<file path=ppt/slideMasters/_rels/slideMaster14.xml.rels><?xml version="1.0" encoding="UTF-8" standalone="yes"?>
<Relationships xmlns="http://schemas.openxmlformats.org/package/2006/relationships"><Relationship Id="rId2" Type="http://schemas.openxmlformats.org/officeDocument/2006/relationships/theme" Target="../theme/theme14.xml"/><Relationship Id="rId1" Type="http://schemas.openxmlformats.org/officeDocument/2006/relationships/slideLayout" Target="../slideLayouts/slideLayout14.xml"/></Relationships>
</file>

<file path=ppt/slideMasters/_rels/slideMaster15.xml.rels><?xml version="1.0" encoding="UTF-8" standalone="yes"?>
<Relationships xmlns="http://schemas.openxmlformats.org/package/2006/relationships"><Relationship Id="rId2" Type="http://schemas.openxmlformats.org/officeDocument/2006/relationships/theme" Target="../theme/theme15.xml"/><Relationship Id="rId1" Type="http://schemas.openxmlformats.org/officeDocument/2006/relationships/slideLayout" Target="../slideLayouts/slideLayout15.xml"/></Relationships>
</file>

<file path=ppt/slideMasters/_rels/slideMaster16.xml.rels><?xml version="1.0" encoding="UTF-8" standalone="yes"?>
<Relationships xmlns="http://schemas.openxmlformats.org/package/2006/relationships"><Relationship Id="rId2" Type="http://schemas.openxmlformats.org/officeDocument/2006/relationships/theme" Target="../theme/theme16.xml"/><Relationship Id="rId1" Type="http://schemas.openxmlformats.org/officeDocument/2006/relationships/slideLayout" Target="../slideLayouts/slideLayout16.xml"/></Relationships>
</file>

<file path=ppt/slideMasters/_rels/slideMaster17.xml.rels><?xml version="1.0" encoding="UTF-8" standalone="yes"?>
<Relationships xmlns="http://schemas.openxmlformats.org/package/2006/relationships"><Relationship Id="rId2" Type="http://schemas.openxmlformats.org/officeDocument/2006/relationships/theme" Target="../theme/theme17.xml"/><Relationship Id="rId1" Type="http://schemas.openxmlformats.org/officeDocument/2006/relationships/slideLayout" Target="../slideLayouts/slideLayout17.xml"/></Relationships>
</file>

<file path=ppt/slideMasters/_rels/slideMaster18.xml.rels><?xml version="1.0" encoding="UTF-8" standalone="yes"?>
<Relationships xmlns="http://schemas.openxmlformats.org/package/2006/relationships"><Relationship Id="rId2" Type="http://schemas.openxmlformats.org/officeDocument/2006/relationships/theme" Target="../theme/theme18.xml"/><Relationship Id="rId1" Type="http://schemas.openxmlformats.org/officeDocument/2006/relationships/slideLayout" Target="../slideLayouts/slideLayout18.xml"/></Relationships>
</file>

<file path=ppt/slideMasters/_rels/slideMaster19.xml.rels><?xml version="1.0" encoding="UTF-8" standalone="yes"?>
<Relationships xmlns="http://schemas.openxmlformats.org/package/2006/relationships"><Relationship Id="rId2" Type="http://schemas.openxmlformats.org/officeDocument/2006/relationships/theme" Target="../theme/theme19.xml"/><Relationship Id="rId1" Type="http://schemas.openxmlformats.org/officeDocument/2006/relationships/slideLayout" Target="../slideLayouts/slideLayout19.xml"/></Relationships>
</file>

<file path=ppt/slideMasters/_rels/slideMaster20.xml.rels><?xml version="1.0" encoding="UTF-8" standalone="yes"?>
<Relationships xmlns="http://schemas.openxmlformats.org/package/2006/relationships"><Relationship Id="rId2" Type="http://schemas.openxmlformats.org/officeDocument/2006/relationships/theme" Target="../theme/theme20.xml"/><Relationship Id="rId1" Type="http://schemas.openxmlformats.org/officeDocument/2006/relationships/slideLayout" Target="../slideLayouts/slideLayout20.xml"/></Relationships>
</file>

<file path=ppt/slideMasters/_rels/slideMaster21.xml.rels><?xml version="1.0" encoding="UTF-8" standalone="yes"?>
<Relationships xmlns="http://schemas.openxmlformats.org/package/2006/relationships"><Relationship Id="rId2" Type="http://schemas.openxmlformats.org/officeDocument/2006/relationships/theme" Target="../theme/theme21.xml"/><Relationship Id="rId1" Type="http://schemas.openxmlformats.org/officeDocument/2006/relationships/slideLayout" Target="../slideLayouts/slideLayout21.xml"/></Relationships>
</file>

<file path=ppt/slideMasters/_rels/slideMaster2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2.xml"/><Relationship Id="rId1" Type="http://schemas.openxmlformats.org/officeDocument/2006/relationships/slideLayout" Target="../slideLayouts/slideLayout22.xml"/></Relationships>
</file>

<file path=ppt/slideMasters/_rels/slideMaster23.xml.rels><?xml version="1.0" encoding="UTF-8" standalone="yes"?>
<Relationships xmlns="http://schemas.openxmlformats.org/package/2006/relationships"><Relationship Id="rId2" Type="http://schemas.openxmlformats.org/officeDocument/2006/relationships/theme" Target="../theme/theme23.xml"/><Relationship Id="rId1" Type="http://schemas.openxmlformats.org/officeDocument/2006/relationships/slideLayout" Target="../slideLayouts/slideLayout23.xml"/></Relationships>
</file>

<file path=ppt/slideMasters/_rels/slideMaster24.xml.rels><?xml version="1.0" encoding="UTF-8" standalone="yes"?>
<Relationships xmlns="http://schemas.openxmlformats.org/package/2006/relationships"><Relationship Id="rId2" Type="http://schemas.openxmlformats.org/officeDocument/2006/relationships/theme" Target="../theme/theme24.xml"/><Relationship Id="rId1" Type="http://schemas.openxmlformats.org/officeDocument/2006/relationships/slideLayout" Target="../slideLayouts/slideLayout24.xml"/></Relationships>
</file>

<file path=ppt/slideMasters/_rels/slideMaster25.xml.rels><?xml version="1.0" encoding="UTF-8" standalone="yes"?>
<Relationships xmlns="http://schemas.openxmlformats.org/package/2006/relationships"><Relationship Id="rId2" Type="http://schemas.openxmlformats.org/officeDocument/2006/relationships/theme" Target="../theme/theme25.xml"/><Relationship Id="rId1" Type="http://schemas.openxmlformats.org/officeDocument/2006/relationships/slideLayout" Target="../slideLayouts/slideLayout25.xml"/></Relationships>
</file>

<file path=ppt/slideMasters/_rels/slideMaster26.xml.rels><?xml version="1.0" encoding="UTF-8" standalone="yes"?>
<Relationships xmlns="http://schemas.openxmlformats.org/package/2006/relationships"><Relationship Id="rId2" Type="http://schemas.openxmlformats.org/officeDocument/2006/relationships/theme" Target="../theme/theme26.xml"/><Relationship Id="rId1" Type="http://schemas.openxmlformats.org/officeDocument/2006/relationships/slideLayout" Target="../slideLayouts/slideLayout26.xml"/></Relationships>
</file>

<file path=ppt/slideMasters/_rels/slideMaster27.xml.rels><?xml version="1.0" encoding="UTF-8" standalone="yes"?>
<Relationships xmlns="http://schemas.openxmlformats.org/package/2006/relationships"><Relationship Id="rId2" Type="http://schemas.openxmlformats.org/officeDocument/2006/relationships/theme" Target="../theme/theme27.xml"/><Relationship Id="rId1" Type="http://schemas.openxmlformats.org/officeDocument/2006/relationships/slideLayout" Target="../slideLayouts/slideLayout27.xml"/></Relationships>
</file>

<file path=ppt/slideMasters/_rels/slideMaster28.xml.rels><?xml version="1.0" encoding="UTF-8" standalone="yes"?>
<Relationships xmlns="http://schemas.openxmlformats.org/package/2006/relationships"><Relationship Id="rId2" Type="http://schemas.openxmlformats.org/officeDocument/2006/relationships/theme" Target="../theme/theme28.xml"/><Relationship Id="rId1" Type="http://schemas.openxmlformats.org/officeDocument/2006/relationships/slideLayout" Target="../slideLayouts/slideLayout28.xml"/></Relationships>
</file>

<file path=ppt/slideMasters/_rels/slideMaster29.xml.rels><?xml version="1.0" encoding="UTF-8" standalone="yes"?>
<Relationships xmlns="http://schemas.openxmlformats.org/package/2006/relationships"><Relationship Id="rId2" Type="http://schemas.openxmlformats.org/officeDocument/2006/relationships/theme" Target="../theme/theme29.xml"/><Relationship Id="rId1" Type="http://schemas.openxmlformats.org/officeDocument/2006/relationships/slideLayout" Target="../slideLayouts/slideLayout29.xml"/></Relationships>
</file>

<file path=ppt/slideMasters/_rels/slideMaster30.xml.rels><?xml version="1.0" encoding="UTF-8" standalone="yes"?>
<Relationships xmlns="http://schemas.openxmlformats.org/package/2006/relationships"><Relationship Id="rId2" Type="http://schemas.openxmlformats.org/officeDocument/2006/relationships/theme" Target="../theme/theme30.xml"/><Relationship Id="rId1" Type="http://schemas.openxmlformats.org/officeDocument/2006/relationships/slideLayout" Target="../slideLayouts/slideLayout30.xml"/></Relationships>
</file>

<file path=ppt/slideMasters/_rels/slideMaster31.xml.rels><?xml version="1.0" encoding="UTF-8" standalone="yes"?>
<Relationships xmlns="http://schemas.openxmlformats.org/package/2006/relationships"><Relationship Id="rId2" Type="http://schemas.openxmlformats.org/officeDocument/2006/relationships/theme" Target="../theme/theme31.xml"/><Relationship Id="rId1" Type="http://schemas.openxmlformats.org/officeDocument/2006/relationships/slideLayout" Target="../slideLayouts/slideLayout31.xml"/></Relationships>
</file>

<file path=ppt/slideMasters/_rels/slideMaster32.xml.rels><?xml version="1.0" encoding="UTF-8" standalone="yes"?>
<Relationships xmlns="http://schemas.openxmlformats.org/package/2006/relationships"><Relationship Id="rId2" Type="http://schemas.openxmlformats.org/officeDocument/2006/relationships/theme" Target="../theme/theme32.xml"/><Relationship Id="rId1" Type="http://schemas.openxmlformats.org/officeDocument/2006/relationships/slideLayout" Target="../slideLayouts/slideLayout32.xml"/></Relationships>
</file>

<file path=ppt/slideMasters/_rels/slideMaster3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3.xml"/><Relationship Id="rId1" Type="http://schemas.openxmlformats.org/officeDocument/2006/relationships/slideLayout" Target="../slideLayouts/slideLayout33.xml"/></Relationships>
</file>

<file path=ppt/slideMasters/_rels/slideMaster34.xml.rels><?xml version="1.0" encoding="UTF-8" standalone="yes"?>
<Relationships xmlns="http://schemas.openxmlformats.org/package/2006/relationships"><Relationship Id="rId2" Type="http://schemas.openxmlformats.org/officeDocument/2006/relationships/theme" Target="../theme/theme34.xml"/><Relationship Id="rId1" Type="http://schemas.openxmlformats.org/officeDocument/2006/relationships/slideLayout" Target="../slideLayouts/slideLayout34.xml"/></Relationships>
</file>

<file path=ppt/slideMasters/_rels/slideMaster35.xml.rels><?xml version="1.0" encoding="UTF-8" standalone="yes"?>
<Relationships xmlns="http://schemas.openxmlformats.org/package/2006/relationships"><Relationship Id="rId2" Type="http://schemas.openxmlformats.org/officeDocument/2006/relationships/theme" Target="../theme/theme35.xml"/><Relationship Id="rId1" Type="http://schemas.openxmlformats.org/officeDocument/2006/relationships/slideLayout" Target="../slideLayouts/slideLayout35.xml"/></Relationships>
</file>

<file path=ppt/slideMasters/_rels/slideMaster36.xml.rels><?xml version="1.0" encoding="UTF-8" standalone="yes"?>
<Relationships xmlns="http://schemas.openxmlformats.org/package/2006/relationships"><Relationship Id="rId2" Type="http://schemas.openxmlformats.org/officeDocument/2006/relationships/theme" Target="../theme/theme36.xml"/><Relationship Id="rId1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 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75A0784-A8D9-498D-A7F2-790C72A93946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 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36E98E0-5F5A-4EB1-8D8E-5493D5493122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1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2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DB42400-0C37-4F85-AAFC-2B030B8C1B13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39344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794916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83808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4" name="PlaceHolder 6"/>
          <p:cNvSpPr>
            <a:spLocks noGrp="1"/>
          </p:cNvSpPr>
          <p:nvPr>
            <p:ph type="body"/>
          </p:nvPr>
        </p:nvSpPr>
        <p:spPr>
          <a:xfrm>
            <a:off x="439344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5" name="PlaceHolder 7"/>
          <p:cNvSpPr>
            <a:spLocks noGrp="1"/>
          </p:cNvSpPr>
          <p:nvPr>
            <p:ph type="body"/>
          </p:nvPr>
        </p:nvSpPr>
        <p:spPr>
          <a:xfrm>
            <a:off x="794916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6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7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C6078E4-024A-4378-8551-7E5D048495BF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0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2ABCAAC-05A3-4912-A4FD-732A7114D571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4" name="PlaceHolder 3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5" name="PlaceHolder 4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6FD888D-FA9C-43BF-AF35-EDD917CEE08F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3" name="PlaceHolder 5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84CB052-65BA-4255-A97F-A18BABE1B6F5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9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0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76C9A1F-CCF4-48C0-AFD2-364E110C0819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4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36738BF-71A1-4806-9505-C33FC2CAFA16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9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0" name="PlaceHolder 5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1" name="PlaceHolder 6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2F3551-2211-4AD0-9062-EF33BD102599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7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0" name="PlaceHolder 4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1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82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F0769BA-8451-4ADA-A6D3-49652D2CE656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2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93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4637CDE-FA79-46F9-9267-0D9131B407B9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00" name="PlaceHolder 2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DB38576-1224-4CF4-9626-E177D555D87B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10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0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06" name="PlaceHolder 3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07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08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362BC58-9897-4897-8ABC-FE8E7B0BA6FF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15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16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17" name="PlaceHolder 5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18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19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ECFD3F2-0894-4B3B-B773-BA6A2D3FA8C7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28" name="PlaceHolder 3"/>
          <p:cNvSpPr>
            <a:spLocks noGrp="1"/>
          </p:cNvSpPr>
          <p:nvPr>
            <p:ph type="body"/>
          </p:nvPr>
        </p:nvSpPr>
        <p:spPr>
          <a:xfrm>
            <a:off x="439344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29" name="PlaceHolder 4"/>
          <p:cNvSpPr>
            <a:spLocks noGrp="1"/>
          </p:cNvSpPr>
          <p:nvPr>
            <p:ph type="body"/>
          </p:nvPr>
        </p:nvSpPr>
        <p:spPr>
          <a:xfrm>
            <a:off x="794916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30" name="PlaceHolder 5"/>
          <p:cNvSpPr>
            <a:spLocks noGrp="1"/>
          </p:cNvSpPr>
          <p:nvPr>
            <p:ph type="body"/>
          </p:nvPr>
        </p:nvSpPr>
        <p:spPr>
          <a:xfrm>
            <a:off x="83808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31" name="PlaceHolder 6"/>
          <p:cNvSpPr>
            <a:spLocks noGrp="1"/>
          </p:cNvSpPr>
          <p:nvPr>
            <p:ph type="body"/>
          </p:nvPr>
        </p:nvSpPr>
        <p:spPr>
          <a:xfrm>
            <a:off x="439344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32" name="PlaceHolder 7"/>
          <p:cNvSpPr>
            <a:spLocks noGrp="1"/>
          </p:cNvSpPr>
          <p:nvPr>
            <p:ph type="body"/>
          </p:nvPr>
        </p:nvSpPr>
        <p:spPr>
          <a:xfrm>
            <a:off x="794916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33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34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873BDB8-630E-461A-929B-B5923549A7CD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E98E590-912B-4AC2-9D22-D32BF8018F15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4" name="PlaceHolder 3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45" name="PlaceHolder 4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2915CB0-9AEE-49DF-BA92-9544DC50402A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52" name="PlaceHolder 4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53" name="PlaceHolder 5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B2EE218-3030-4200-A5F2-FB25C39A2028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59" name="PlaceHolder 2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60" name="PlaceHolder 3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5106AEA-8666-4206-A7B1-6D33008A9D04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64" name="PlaceHolder 2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B5CF66B-49C1-47EB-B517-5D7AC2F8FEF4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68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69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70" name="PlaceHolder 5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71" name="PlaceHolder 6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217C204-5E10-44DD-A6FC-A74063726140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PlaceHolder 7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79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80" name="PlaceHolder 4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81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82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0A4F8A6-AB53-4A01-8206-EF23B13B1F00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0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1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2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93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0BC1F51-82F8-42D0-B2A6-8B0C7B9015EA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ftr" idx="7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00" name="PlaceHolder 2"/>
          <p:cNvSpPr>
            <a:spLocks noGrp="1"/>
          </p:cNvSpPr>
          <p:nvPr>
            <p:ph type="sldNum" idx="7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87E5D6D-AECC-415E-AC17-BC468604C798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dt" idx="7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0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0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06" name="PlaceHolder 3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07" name="PlaceHolder 4"/>
          <p:cNvSpPr>
            <a:spLocks noGrp="1"/>
          </p:cNvSpPr>
          <p:nvPr>
            <p:ph type="ftr" idx="7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08" name="PlaceHolder 5"/>
          <p:cNvSpPr>
            <a:spLocks noGrp="1"/>
          </p:cNvSpPr>
          <p:nvPr>
            <p:ph type="sldNum" idx="7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7C82F5C-A3CC-428A-AA83-D05949ADCC17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PlaceHolder 6"/>
          <p:cNvSpPr>
            <a:spLocks noGrp="1"/>
          </p:cNvSpPr>
          <p:nvPr>
            <p:ph type="dt" idx="7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15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16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17" name="PlaceHolder 5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18" name="PlaceHolder 6"/>
          <p:cNvSpPr>
            <a:spLocks noGrp="1"/>
          </p:cNvSpPr>
          <p:nvPr>
            <p:ph type="ftr" idx="7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19" name="PlaceHolder 7"/>
          <p:cNvSpPr>
            <a:spLocks noGrp="1"/>
          </p:cNvSpPr>
          <p:nvPr>
            <p:ph type="sldNum" idx="8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6B2F38-EEA3-4AD0-B954-6BF812F23F55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PlaceHolder 8"/>
          <p:cNvSpPr>
            <a:spLocks noGrp="1"/>
          </p:cNvSpPr>
          <p:nvPr>
            <p:ph type="dt" idx="8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28" name="PlaceHolder 3"/>
          <p:cNvSpPr>
            <a:spLocks noGrp="1"/>
          </p:cNvSpPr>
          <p:nvPr>
            <p:ph type="body"/>
          </p:nvPr>
        </p:nvSpPr>
        <p:spPr>
          <a:xfrm>
            <a:off x="439344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29" name="PlaceHolder 4"/>
          <p:cNvSpPr>
            <a:spLocks noGrp="1"/>
          </p:cNvSpPr>
          <p:nvPr>
            <p:ph type="body"/>
          </p:nvPr>
        </p:nvSpPr>
        <p:spPr>
          <a:xfrm>
            <a:off x="794916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0" name="PlaceHolder 5"/>
          <p:cNvSpPr>
            <a:spLocks noGrp="1"/>
          </p:cNvSpPr>
          <p:nvPr>
            <p:ph type="body"/>
          </p:nvPr>
        </p:nvSpPr>
        <p:spPr>
          <a:xfrm>
            <a:off x="83808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1" name="PlaceHolder 6"/>
          <p:cNvSpPr>
            <a:spLocks noGrp="1"/>
          </p:cNvSpPr>
          <p:nvPr>
            <p:ph type="body"/>
          </p:nvPr>
        </p:nvSpPr>
        <p:spPr>
          <a:xfrm>
            <a:off x="439344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2" name="PlaceHolder 7"/>
          <p:cNvSpPr>
            <a:spLocks noGrp="1"/>
          </p:cNvSpPr>
          <p:nvPr>
            <p:ph type="body"/>
          </p:nvPr>
        </p:nvSpPr>
        <p:spPr>
          <a:xfrm>
            <a:off x="794916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222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3" name="PlaceHolder 8"/>
          <p:cNvSpPr>
            <a:spLocks noGrp="1"/>
          </p:cNvSpPr>
          <p:nvPr>
            <p:ph type="ftr" idx="8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34" name="PlaceHolder 9"/>
          <p:cNvSpPr>
            <a:spLocks noGrp="1"/>
          </p:cNvSpPr>
          <p:nvPr>
            <p:ph type="sldNum" idx="8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436ECAF-99E5-46FD-A734-A1E6CD219539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PlaceHolder 10"/>
          <p:cNvSpPr>
            <a:spLocks noGrp="1"/>
          </p:cNvSpPr>
          <p:nvPr>
            <p:ph type="dt" idx="8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37" name="PlaceHolder 2"/>
          <p:cNvSpPr>
            <a:spLocks noGrp="1"/>
          </p:cNvSpPr>
          <p:nvPr>
            <p:ph type="ftr" idx="8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38" name="PlaceHolder 3"/>
          <p:cNvSpPr>
            <a:spLocks noGrp="1"/>
          </p:cNvSpPr>
          <p:nvPr>
            <p:ph type="sldNum" idx="8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0C713BE-3F2B-4319-9C8E-D7C0D5CF9439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 type="dt" idx="8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44" name="PlaceHolder 3"/>
          <p:cNvSpPr>
            <a:spLocks noGrp="1"/>
          </p:cNvSpPr>
          <p:nvPr>
            <p:ph type="ftr" idx="8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45" name="PlaceHolder 4"/>
          <p:cNvSpPr>
            <a:spLocks noGrp="1"/>
          </p:cNvSpPr>
          <p:nvPr>
            <p:ph type="sldNum" idx="8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420CC52-4BBA-4826-A4B6-88E82F96366B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5"/>
          <p:cNvSpPr>
            <a:spLocks noGrp="1"/>
          </p:cNvSpPr>
          <p:nvPr>
            <p:ph type="dt" idx="9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51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52" name="PlaceHolder 4"/>
          <p:cNvSpPr>
            <a:spLocks noGrp="1"/>
          </p:cNvSpPr>
          <p:nvPr>
            <p:ph type="ftr" idx="9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53" name="PlaceHolder 5"/>
          <p:cNvSpPr>
            <a:spLocks noGrp="1"/>
          </p:cNvSpPr>
          <p:nvPr>
            <p:ph type="sldNum" idx="9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163A9CD-AEE1-44F0-BD50-F8CD106529D6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PlaceHolder 6"/>
          <p:cNvSpPr>
            <a:spLocks noGrp="1"/>
          </p:cNvSpPr>
          <p:nvPr>
            <p:ph type="dt" idx="9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59" name="PlaceHolder 2"/>
          <p:cNvSpPr>
            <a:spLocks noGrp="1"/>
          </p:cNvSpPr>
          <p:nvPr>
            <p:ph type="ftr" idx="9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60" name="PlaceHolder 3"/>
          <p:cNvSpPr>
            <a:spLocks noGrp="1"/>
          </p:cNvSpPr>
          <p:nvPr>
            <p:ph type="sldNum" idx="9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9B0812B-06B3-45E5-AB4D-8322E302ACD3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PlaceHolder 4"/>
          <p:cNvSpPr>
            <a:spLocks noGrp="1"/>
          </p:cNvSpPr>
          <p:nvPr>
            <p:ph type="dt" idx="9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ftr" idx="9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64" name="PlaceHolder 2"/>
          <p:cNvSpPr>
            <a:spLocks noGrp="1"/>
          </p:cNvSpPr>
          <p:nvPr>
            <p:ph type="sldNum" idx="9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8A2FC4F-60F0-4C88-9B08-B4B766159473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dt" idx="9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68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69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70" name="PlaceHolder 5"/>
          <p:cNvSpPr>
            <a:spLocks noGrp="1"/>
          </p:cNvSpPr>
          <p:nvPr>
            <p:ph type="ftr" idx="10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71" name="PlaceHolder 6"/>
          <p:cNvSpPr>
            <a:spLocks noGrp="1"/>
          </p:cNvSpPr>
          <p:nvPr>
            <p:ph type="sldNum" idx="10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F3781D0-927E-4BBD-948D-843BBF6F7D23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PlaceHolder 7"/>
          <p:cNvSpPr>
            <a:spLocks noGrp="1"/>
          </p:cNvSpPr>
          <p:nvPr>
            <p:ph type="dt" idx="10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0" name="PlaceHolder 4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1" name="PlaceHolder 5"/>
          <p:cNvSpPr>
            <a:spLocks noGrp="1"/>
          </p:cNvSpPr>
          <p:nvPr>
            <p:ph type="ftr" idx="10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82" name="PlaceHolder 6"/>
          <p:cNvSpPr>
            <a:spLocks noGrp="1"/>
          </p:cNvSpPr>
          <p:nvPr>
            <p:ph type="sldNum" idx="10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9B347C2-4BB3-4820-A589-C84F2DCF145F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 type="dt" idx="10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90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91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1111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92" name="PlaceHolder 5"/>
          <p:cNvSpPr>
            <a:spLocks noGrp="1"/>
          </p:cNvSpPr>
          <p:nvPr>
            <p:ph type="ftr" idx="10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93" name="PlaceHolder 6"/>
          <p:cNvSpPr>
            <a:spLocks noGrp="1"/>
          </p:cNvSpPr>
          <p:nvPr>
            <p:ph type="sldNum" idx="10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D760C23-40E8-49F2-92FC-7E13CF32EEF5}" type="slidenum">
              <a:rPr lang="en-US" sz="1200" b="0" strike="noStrike" spc="-1">
                <a:solidFill>
                  <a:srgbClr val="787878"/>
                </a:solidFill>
                <a:latin typeface="Arial"/>
                <a:ea typeface="Arial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PlaceHolder 7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strike="noStrike" spc="-1">
                <a:solidFill>
                  <a:srgbClr val="000000"/>
                </a:solidFill>
                <a:latin typeface="Play"/>
                <a:ea typeface="Play"/>
              </a:rPr>
              <a:t>Exams 1 – Milestone2</a:t>
            </a:r>
            <a:endParaRPr lang="en-US" sz="6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280" cy="165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  <a:ea typeface="Arial"/>
              </a:rPr>
              <a:t>Team: Enrollments 1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  <a:ea typeface="Arial"/>
              </a:rPr>
              <a:t>Vojto Gáborík , Veronika Kavanová, Jan Novák, Vojtěch Štěpán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831960" y="110952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800" b="0" strike="noStrike" spc="-1">
                <a:solidFill>
                  <a:srgbClr val="000000"/>
                </a:solidFill>
                <a:latin typeface="Play"/>
                <a:ea typeface="Play"/>
              </a:rPr>
              <a:t>Administrator wants to change the database</a:t>
            </a:r>
            <a:endParaRPr lang="en-US" sz="4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Google Shape;290;p2"/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Veronika Kavanová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rgbClr val="000000"/>
                </a:solidFill>
                <a:latin typeface="Play"/>
                <a:ea typeface="Play"/>
              </a:rPr>
              <a:t>Requirement description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838080" y="1690560"/>
            <a:ext cx="10514880" cy="448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  <a:ea typeface="Arial"/>
              </a:rPr>
              <a:t>Modifiability requirement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Google Shape;297;p3"/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Veronika Kavanová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2" name="Google Shape;298;p3"/>
          <p:cNvPicPr/>
          <p:nvPr/>
        </p:nvPicPr>
        <p:blipFill>
          <a:blip r:embed="rId2"/>
          <a:stretch/>
        </p:blipFill>
        <p:spPr>
          <a:xfrm>
            <a:off x="926280" y="2199960"/>
            <a:ext cx="8763480" cy="1228320"/>
          </a:xfrm>
          <a:prstGeom prst="rect">
            <a:avLst/>
          </a:prstGeom>
          <a:ln w="0">
            <a:noFill/>
          </a:ln>
        </p:spPr>
      </p:pic>
      <p:pic>
        <p:nvPicPr>
          <p:cNvPr id="313" name="Google Shape;299;p3"/>
          <p:cNvPicPr/>
          <p:nvPr/>
        </p:nvPicPr>
        <p:blipFill>
          <a:blip r:embed="rId3"/>
          <a:stretch/>
        </p:blipFill>
        <p:spPr>
          <a:xfrm>
            <a:off x="926280" y="3731400"/>
            <a:ext cx="8401680" cy="25999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rgbClr val="000000"/>
                </a:solidFill>
                <a:latin typeface="Play"/>
                <a:ea typeface="Play"/>
              </a:rPr>
              <a:t>Existing architecture – container view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5" name="Google Shape;306;p4"/>
          <p:cNvPicPr/>
          <p:nvPr/>
        </p:nvPicPr>
        <p:blipFill>
          <a:blip r:embed="rId3"/>
          <a:stretch/>
        </p:blipFill>
        <p:spPr>
          <a:xfrm>
            <a:off x="907920" y="1602720"/>
            <a:ext cx="9417240" cy="4231080"/>
          </a:xfrm>
          <a:prstGeom prst="rect">
            <a:avLst/>
          </a:prstGeom>
          <a:ln w="0">
            <a:noFill/>
          </a:ln>
        </p:spPr>
      </p:pic>
      <p:sp>
        <p:nvSpPr>
          <p:cNvPr id="316" name="Google Shape;307;p4"/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Veronika Kavanová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rgbClr val="000000"/>
                </a:solidFill>
                <a:latin typeface="Play"/>
                <a:ea typeface="Play"/>
              </a:rPr>
              <a:t>Notification Worker -&gt; Exam database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Google Shape;314;p5"/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Veronika Kavanová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9" name="Google Shape;315;p5"/>
          <p:cNvPicPr/>
          <p:nvPr/>
        </p:nvPicPr>
        <p:blipFill>
          <a:blip r:embed="rId3"/>
          <a:stretch/>
        </p:blipFill>
        <p:spPr>
          <a:xfrm>
            <a:off x="1230480" y="1690560"/>
            <a:ext cx="6077160" cy="4350600"/>
          </a:xfrm>
          <a:prstGeom prst="rect">
            <a:avLst/>
          </a:prstGeom>
          <a:ln w="0">
            <a:noFill/>
          </a:ln>
        </p:spPr>
      </p:pic>
      <p:sp>
        <p:nvSpPr>
          <p:cNvPr id="320" name="Google Shape;316;p5"/>
          <p:cNvSpPr/>
          <p:nvPr/>
        </p:nvSpPr>
        <p:spPr>
          <a:xfrm>
            <a:off x="5349960" y="3263760"/>
            <a:ext cx="2563560" cy="3252600"/>
          </a:xfrm>
          <a:prstGeom prst="ellipse">
            <a:avLst/>
          </a:prstGeom>
          <a:noFill/>
          <a:ln w="25400">
            <a:solidFill>
              <a:srgbClr val="196B24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Google Shape;317;p5"/>
          <p:cNvSpPr/>
          <p:nvPr/>
        </p:nvSpPr>
        <p:spPr>
          <a:xfrm>
            <a:off x="7720560" y="2055600"/>
            <a:ext cx="3716640" cy="200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All communication goes through Notification Log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This allows for easy changes.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Notification Log can be changed to work with the new database or both of them during the change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rgbClr val="000000"/>
                </a:solidFill>
                <a:latin typeface="Play"/>
                <a:ea typeface="Play"/>
              </a:rPr>
              <a:t>Application Core -&gt; Exam Database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3" name="Google Shape;324;p6"/>
          <p:cNvPicPr/>
          <p:nvPr/>
        </p:nvPicPr>
        <p:blipFill>
          <a:blip r:embed="rId3"/>
          <a:stretch/>
        </p:blipFill>
        <p:spPr>
          <a:xfrm>
            <a:off x="513000" y="1541520"/>
            <a:ext cx="9605160" cy="4950720"/>
          </a:xfrm>
          <a:prstGeom prst="rect">
            <a:avLst/>
          </a:prstGeom>
          <a:ln w="0">
            <a:noFill/>
          </a:ln>
        </p:spPr>
      </p:pic>
      <p:sp>
        <p:nvSpPr>
          <p:cNvPr id="324" name="Google Shape;325;p6"/>
          <p:cNvSpPr/>
          <p:nvPr/>
        </p:nvSpPr>
        <p:spPr>
          <a:xfrm>
            <a:off x="3481560" y="3340440"/>
            <a:ext cx="2731680" cy="3344760"/>
          </a:xfrm>
          <a:prstGeom prst="ellipse">
            <a:avLst/>
          </a:prstGeom>
          <a:noFill/>
          <a:ln w="25400">
            <a:solidFill>
              <a:srgbClr val="196B24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Google Shape;326;p6"/>
          <p:cNvSpPr/>
          <p:nvPr/>
        </p:nvSpPr>
        <p:spPr>
          <a:xfrm>
            <a:off x="9969840" y="1565280"/>
            <a:ext cx="2142720" cy="25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Most communication goes through Exam Repository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Database access is abstracted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Google Shape;314;p5">
            <a:extLst>
              <a:ext uri="{FF2B5EF4-FFF2-40B4-BE49-F238E27FC236}">
                <a16:creationId xmlns:a16="http://schemas.microsoft.com/office/drawing/2014/main" id="{37E531D9-D523-6F96-BC5D-884CC160FDBC}"/>
              </a:ext>
            </a:extLst>
          </p:cNvPr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Veronika Kavanová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rgbClr val="000000"/>
                </a:solidFill>
                <a:latin typeface="Play"/>
                <a:ea typeface="Play"/>
              </a:rPr>
              <a:t>Change: Statistics service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7" name="Google Shape;332;p7"/>
          <p:cNvPicPr/>
          <p:nvPr/>
        </p:nvPicPr>
        <p:blipFill>
          <a:blip r:embed="rId2"/>
          <a:stretch/>
        </p:blipFill>
        <p:spPr>
          <a:xfrm>
            <a:off x="2151000" y="1572840"/>
            <a:ext cx="3275640" cy="4587840"/>
          </a:xfrm>
          <a:prstGeom prst="rect">
            <a:avLst/>
          </a:prstGeom>
          <a:ln w="0">
            <a:noFill/>
          </a:ln>
        </p:spPr>
      </p:pic>
      <p:sp>
        <p:nvSpPr>
          <p:cNvPr id="328" name="Google Shape;333;p7"/>
          <p:cNvSpPr/>
          <p:nvPr/>
        </p:nvSpPr>
        <p:spPr>
          <a:xfrm>
            <a:off x="6095880" y="1851480"/>
            <a:ext cx="5082480" cy="344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  <a:ea typeface="Arial"/>
              </a:rPr>
              <a:t>Split Statistics Service into two components: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  <a:ea typeface="Arial"/>
              </a:rPr>
              <a:t>Statistics Service now only deals with business logic – calculating results and building reports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  <a:ea typeface="Arial"/>
              </a:rPr>
              <a:t>Statistics Repository deals with the communication with the Exam Database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  <a:ea typeface="Arial"/>
              </a:rPr>
              <a:t>Database access is again abstracted and easily changed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Google Shape;314;p5">
            <a:extLst>
              <a:ext uri="{FF2B5EF4-FFF2-40B4-BE49-F238E27FC236}">
                <a16:creationId xmlns:a16="http://schemas.microsoft.com/office/drawing/2014/main" id="{480802D5-12C5-2169-3AE2-6C5C871258AA}"/>
              </a:ext>
            </a:extLst>
          </p:cNvPr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Veronika Kavanová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831960" y="110952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800" b="0" strike="noStrike" spc="-1">
                <a:solidFill>
                  <a:srgbClr val="000000"/>
                </a:solidFill>
                <a:latin typeface="Arial"/>
                <a:ea typeface="Arial"/>
              </a:rPr>
              <a:t>School Information System requests data for room availability</a:t>
            </a:r>
            <a:endParaRPr lang="en-US" sz="4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Google Shape;339;g3b4880178ff_0_0"/>
          <p:cNvSpPr/>
          <p:nvPr/>
        </p:nvSpPr>
        <p:spPr>
          <a:xfrm>
            <a:off x="10009080" y="113040"/>
            <a:ext cx="2051640" cy="63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Jan</a:t>
            </a:r>
            <a:br>
              <a:rPr sz="1800"/>
            </a:b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Novák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rgbClr val="000000"/>
                </a:solidFill>
                <a:latin typeface="Play"/>
                <a:ea typeface="Play"/>
              </a:rPr>
              <a:t>Requirement description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Google Shape;345;p8"/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Jan</a:t>
            </a:r>
            <a:br>
              <a:rPr sz="1800"/>
            </a:b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Novák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Google Shape;346;p8"/>
          <p:cNvSpPr/>
          <p:nvPr/>
        </p:nvSpPr>
        <p:spPr>
          <a:xfrm>
            <a:off x="545400" y="1499400"/>
            <a:ext cx="6060960" cy="60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 marL="457200" indent="-40644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  <a:ea typeface="Arial"/>
              </a:rPr>
              <a:t>Interoperability requirement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4" name="Google Shape;347;p8"/>
          <p:cNvPicPr/>
          <p:nvPr/>
        </p:nvPicPr>
        <p:blipFill>
          <a:blip r:embed="rId2"/>
          <a:stretch/>
        </p:blipFill>
        <p:spPr>
          <a:xfrm>
            <a:off x="498600" y="2131200"/>
            <a:ext cx="6799680" cy="2585160"/>
          </a:xfrm>
          <a:prstGeom prst="rect">
            <a:avLst/>
          </a:prstGeom>
          <a:ln w="0">
            <a:noFill/>
          </a:ln>
        </p:spPr>
      </p:pic>
      <p:pic>
        <p:nvPicPr>
          <p:cNvPr id="335" name="Google Shape;348;p8"/>
          <p:cNvPicPr/>
          <p:nvPr/>
        </p:nvPicPr>
        <p:blipFill>
          <a:blip r:embed="rId3"/>
          <a:stretch/>
        </p:blipFill>
        <p:spPr>
          <a:xfrm>
            <a:off x="2039760" y="4995000"/>
            <a:ext cx="9060120" cy="11916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54;g3b4880178ff_0_9"/>
          <p:cNvPicPr/>
          <p:nvPr/>
        </p:nvPicPr>
        <p:blipFill>
          <a:blip r:embed="rId3"/>
          <a:stretch/>
        </p:blipFill>
        <p:spPr>
          <a:xfrm>
            <a:off x="152280" y="2438280"/>
            <a:ext cx="11886840" cy="1599120"/>
          </a:xfrm>
          <a:prstGeom prst="rect">
            <a:avLst/>
          </a:prstGeom>
          <a:ln w="0">
            <a:noFill/>
          </a:ln>
        </p:spPr>
      </p:pic>
      <p:sp>
        <p:nvSpPr>
          <p:cNvPr id="337" name="Google Shape;355;g3b4880178ff_0_9"/>
          <p:cNvSpPr/>
          <p:nvPr/>
        </p:nvSpPr>
        <p:spPr>
          <a:xfrm>
            <a:off x="10009080" y="113040"/>
            <a:ext cx="2051640" cy="63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Jan</a:t>
            </a:r>
            <a:br>
              <a:rPr sz="1800"/>
            </a:b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Novák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61;g3b4880178ff_0_15"/>
          <p:cNvSpPr/>
          <p:nvPr/>
        </p:nvSpPr>
        <p:spPr>
          <a:xfrm>
            <a:off x="10009080" y="113040"/>
            <a:ext cx="2051640" cy="63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Jan</a:t>
            </a:r>
            <a:br>
              <a:rPr sz="1800"/>
            </a:b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Novák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9" name="Google Shape;362;g3b4880178ff_0_15"/>
          <p:cNvPicPr/>
          <p:nvPr/>
        </p:nvPicPr>
        <p:blipFill>
          <a:blip r:embed="rId3"/>
          <a:stretch/>
        </p:blipFill>
        <p:spPr>
          <a:xfrm>
            <a:off x="582480" y="1920960"/>
            <a:ext cx="6133680" cy="4571640"/>
          </a:xfrm>
          <a:prstGeom prst="rect">
            <a:avLst/>
          </a:prstGeom>
          <a:ln w="0">
            <a:noFill/>
          </a:ln>
        </p:spPr>
      </p:pic>
      <p:sp>
        <p:nvSpPr>
          <p:cNvPr id="340" name="Google Shape;363;g3b4880178ff_0_15"/>
          <p:cNvSpPr/>
          <p:nvPr/>
        </p:nvSpPr>
        <p:spPr>
          <a:xfrm>
            <a:off x="199080" y="681480"/>
            <a:ext cx="10265760" cy="78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-US" sz="4400" b="0" strike="noStrike" spc="-1">
                <a:solidFill>
                  <a:schemeClr val="dk1"/>
                </a:solidFill>
                <a:latin typeface="Play"/>
                <a:ea typeface="Play"/>
              </a:rPr>
              <a:t>Existing architecture – container view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Google Shape;364;g3b4880178ff_0_15"/>
          <p:cNvSpPr/>
          <p:nvPr/>
        </p:nvSpPr>
        <p:spPr>
          <a:xfrm>
            <a:off x="7309080" y="2265120"/>
            <a:ext cx="4299120" cy="400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marL="457200" indent="-34308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changes happen mainly on L4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from the container point of view we only add new interaction between SIS and Application core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SIS fetches data from Room Availability Service component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831960" y="110952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800" b="0" strike="noStrike" spc="-1">
                <a:solidFill>
                  <a:srgbClr val="000000"/>
                </a:solidFill>
                <a:latin typeface="Arial"/>
                <a:ea typeface="Arial"/>
              </a:rPr>
              <a:t>Notification worker require log into database</a:t>
            </a:r>
            <a:endParaRPr lang="en-US" sz="4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Google Shape;339;g3b4880178ff_0_ 2"/>
          <p:cNvSpPr/>
          <p:nvPr/>
        </p:nvSpPr>
        <p:spPr>
          <a:xfrm>
            <a:off x="10009080" y="113040"/>
            <a:ext cx="2051640" cy="63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Vojtěch</a:t>
            </a:r>
            <a:br>
              <a:rPr sz="1800"/>
            </a:b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Štěpán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chemeClr val="dk1"/>
                </a:solidFill>
                <a:latin typeface="Play"/>
                <a:ea typeface="Play"/>
              </a:rPr>
              <a:t>Requirement description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Google Shape;345;p 2"/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Vojtěch	</a:t>
            </a:r>
            <a:br>
              <a:rPr sz="1800"/>
            </a:b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Štěpán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Google Shape;346;p 2"/>
          <p:cNvSpPr/>
          <p:nvPr/>
        </p:nvSpPr>
        <p:spPr>
          <a:xfrm>
            <a:off x="545400" y="1499400"/>
            <a:ext cx="6060960" cy="3598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 marL="457200" indent="-40644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  <a:ea typeface="Arial"/>
              </a:rPr>
              <a:t>Source of stimulus: Notification worker</a:t>
            </a:r>
            <a:endParaRPr lang="en-US" sz="2800" b="0" strike="noStrike" spc="-1">
              <a:solidFill>
                <a:srgbClr val="000000"/>
              </a:solidFill>
              <a:latin typeface="Courier New"/>
              <a:ea typeface="Courier New"/>
            </a:endParaRPr>
          </a:p>
          <a:p>
            <a:pPr marL="457200" indent="-40644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  <a:ea typeface="Arial"/>
              </a:rPr>
              <a:t>Stimulus: Unable to write log</a:t>
            </a:r>
            <a:endParaRPr lang="en-US" sz="2800" b="0" strike="noStrike" spc="-1">
              <a:solidFill>
                <a:srgbClr val="000000"/>
              </a:solidFill>
              <a:latin typeface="Courier New"/>
              <a:ea typeface="Courier New"/>
            </a:endParaRPr>
          </a:p>
          <a:p>
            <a:pPr marL="457200" indent="-40644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  <a:ea typeface="Arial"/>
              </a:rPr>
              <a:t>Enviroment: Normal operation</a:t>
            </a:r>
            <a:endParaRPr lang="en-US" sz="2800" b="0" strike="noStrike" spc="-1">
              <a:solidFill>
                <a:srgbClr val="000000"/>
              </a:solidFill>
              <a:latin typeface="Courier New"/>
              <a:ea typeface="Courier New"/>
            </a:endParaRPr>
          </a:p>
          <a:p>
            <a:pPr marL="457200" indent="-40644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  <a:ea typeface="Arial"/>
              </a:rPr>
              <a:t>Artifact: Exam database</a:t>
            </a:r>
            <a:endParaRPr lang="en-US" sz="2800" b="0" strike="noStrike" spc="-1">
              <a:solidFill>
                <a:srgbClr val="000000"/>
              </a:solidFill>
              <a:latin typeface="Courier New"/>
              <a:ea typeface="Courier New"/>
            </a:endParaRPr>
          </a:p>
          <a:p>
            <a:pPr marL="457200" indent="-40644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  <a:ea typeface="Arial"/>
              </a:rPr>
              <a:t>Response: Recover log</a:t>
            </a:r>
            <a:endParaRPr lang="en-US" sz="2800" b="0" strike="noStrike" spc="-1">
              <a:solidFill>
                <a:srgbClr val="000000"/>
              </a:solidFill>
              <a:latin typeface="Courier New"/>
              <a:ea typeface="Courier New"/>
            </a:endParaRPr>
          </a:p>
          <a:p>
            <a:pPr marL="457200" indent="-40644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  <a:ea typeface="Arial"/>
              </a:rPr>
              <a:t>Meassurement: 24 hours downtime</a:t>
            </a:r>
            <a:endParaRPr lang="en-US" sz="2800" b="0" strike="noStrike" spc="-1">
              <a:solidFill>
                <a:srgbClr val="000000"/>
              </a:solidFill>
              <a:latin typeface="Courier New"/>
              <a:ea typeface="Courier New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rgbClr val="000000"/>
                </a:solidFill>
                <a:latin typeface="Play"/>
                <a:ea typeface="Play"/>
              </a:rPr>
              <a:t>Solution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Google Shape;345;p 3"/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Vojtěch	</a:t>
            </a:r>
            <a:br>
              <a:rPr sz="1800"/>
            </a:b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Štěpán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Google Shape;346;p 3"/>
          <p:cNvSpPr/>
          <p:nvPr/>
        </p:nvSpPr>
        <p:spPr>
          <a:xfrm>
            <a:off x="545400" y="1499400"/>
            <a:ext cx="6060960" cy="60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0" name="Picture 349"/>
          <p:cNvPicPr/>
          <p:nvPr/>
        </p:nvPicPr>
        <p:blipFill>
          <a:blip r:embed="rId2"/>
          <a:stretch/>
        </p:blipFill>
        <p:spPr>
          <a:xfrm>
            <a:off x="1143000" y="1870920"/>
            <a:ext cx="9601200" cy="4871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7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251</Words>
  <Application>Microsoft Office PowerPoint</Application>
  <PresentationFormat>Widescreen</PresentationFormat>
  <Paragraphs>54</Paragraphs>
  <Slides>14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36</vt:i4>
      </vt:variant>
      <vt:variant>
        <vt:lpstr>Slide Titles</vt:lpstr>
      </vt:variant>
      <vt:variant>
        <vt:i4>14</vt:i4>
      </vt:variant>
    </vt:vector>
  </HeadingPairs>
  <TitlesOfParts>
    <vt:vector size="56" baseType="lpstr">
      <vt:lpstr>Arial</vt:lpstr>
      <vt:lpstr>Courier New</vt:lpstr>
      <vt:lpstr>Play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Exams 1 – Milestone2</vt:lpstr>
      <vt:lpstr>Administrator wants to change the database</vt:lpstr>
      <vt:lpstr>Requirement description</vt:lpstr>
      <vt:lpstr>Existing architecture – container view</vt:lpstr>
      <vt:lpstr>Notification Worker -&gt; Exam database</vt:lpstr>
      <vt:lpstr>Application Core -&gt; Exam Database</vt:lpstr>
      <vt:lpstr>Change: Statistics service</vt:lpstr>
      <vt:lpstr>School Information System requests data for room availability</vt:lpstr>
      <vt:lpstr>Requirement description</vt:lpstr>
      <vt:lpstr>PowerPoint Presentation</vt:lpstr>
      <vt:lpstr>PowerPoint Presentation</vt:lpstr>
      <vt:lpstr>Notification worker require log into database</vt:lpstr>
      <vt:lpstr>Requirement description</vt:lpstr>
      <vt:lpstr>Solution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Veronika Kavanová</dc:creator>
  <dc:description/>
  <cp:lastModifiedBy>Veronika Kavanová</cp:lastModifiedBy>
  <cp:revision>2</cp:revision>
  <dcterms:created xsi:type="dcterms:W3CDTF">2026-01-04T11:02:43Z</dcterms:created>
  <dcterms:modified xsi:type="dcterms:W3CDTF">2026-01-05T08:52:57Z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Widescreen</vt:lpwstr>
  </property>
  <property fmtid="{D5CDD505-2E9C-101B-9397-08002B2CF9AE}" pid="4" name="Slides">
    <vt:i4>7</vt:i4>
  </property>
</Properties>
</file>