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2A213C-1E8A-AB6A-44FB-6DBC4E0B64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138EA7-7DF1-CBCB-123D-0FD370C127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99CE5-5EA6-4E5A-8733-90BED3A753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202A9-B5C8-3A99-2A10-EDE5BA73B9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80F457-F312-5C7E-763E-9028062A89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56E5D5-C263-48C3-8CFB-90C99B92F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158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4T13:42:59.976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6607 2799 24575,'-4'-30'-10130,"-5"0"6542,-2 6 6192,-23-39-1,17 34-3064,-95-150 7143,-15 10-3894,-150-154-3408,12 15 742,171 203-122,-199-173 0,126 127 0,84 77 0,-3 5 0,-130-80 0,-206-90 0,343 198 0,-284-142 0,257 136 0,-170-52 0,77 48 0,-381-47 0,489 88 0,-517-39 0,-152 69 0,494 12 0,251-30 0,0 1 0,0 1 0,1 0 0,-1 1 0,1 0 0,0 1 0,0 1 0,1 0 0,0 1 0,0 0 0,-18 16 0,15-10 0,1 1 0,1 0 0,0 1 0,1 1 0,1 0 0,0 1 0,1 0 0,2 1 0,-1 0 0,2 0 0,1 1 0,0 0 0,-3 22 0,-6 8 0,-2-1 0,-2-1 0,-28 50 0,-11 24 0,-30 117 0,57-146 0,-69 143 0,-20 14 0,104-214 0,-19 58 0,24-60 0,-1 0 0,-22 41 0,24-55 0,1 1 0,1 0 0,1 1 0,1-1 0,1 2 0,1-1 0,-4 36 0,4 11 0,6 80 0,1-81 0,-9 89 0,-20 615 0,28-589 0,4-37 0,7 0 0,6-1 0,6 0 0,73 235 0,-61-275 0,5-1 0,4-3 0,5-1 0,4-3 0,5-2 0,103 129 0,9-13-92,9-7-1,9-8 1,406 324 0,-443-408 39,4-7 0,5-6 0,4-8 0,4-7 1,4-7-1,282 85 0,-218-101 53,354 45 0,250-48 0,-270-60 0,-30-1 0,-485 6 46,0 2-1,-1 3 1,0 2 0,-1 2 0,65 24-1,254 118 361,-222-87-347,-10 3-59,29 13 0,21 3 0,-151-66 0,-9-3 0,-1 2 0,0 0 0,29 27 0,-35-27 0,-17-13 0,0 1 0,0-1 0,-1 1 0,1 1 0,-1-1 0,-1 1 0,0 0 0,8 16 0,-3-1 0,12 49 0,-11-35 0,5 10 0,3 0 0,2-1 0,28 45 0,-37-71 0,-1 0 0,0 1 0,-2 1 0,-1 0 0,8 28 0,-10-31 0,1 0 0,0-1 0,2 0 0,0 0 0,1-1 0,1-1 0,19 24 0,24 39 0,-13-20 0,2-1 0,3-2 0,87 82 0,-61-64 0,85 76 0,6-6 0,6-7 0,291 179 0,-372-264 27,1-4-1,183 69 0,-137-72-125,212 42 0,152-13-261,0-32-46,-5-9-520,331 25-614,-7 38 982,-274 5 13,-80-13 2559,-385-79-1396,0-4 0,0-3 0,96-11 0,10 1-650,1183 48-2328,-1 78 51,-369-6 126,578 53 4566,-305-113 2086,-1120-52-4469,261-7 0,-300 0 0,185-35 0,-180 14 0,225-86 0,94-88 0,-324 141 0,130-95 0,89-94 0,-77 55 0,-135 107 0,644-448 0,-106 93 0,-322 158 0,-186 151 0,-70 65 0,118-107 0,-152 132 0,-3-3 0,45-62 0,-36 31 0,-4-2 0,-4-3 0,-3-1 0,35-111 0,-55 130 0,-3-1 0,-2 0 0,-4-1 0,5-110 0,-15 67 0,-4 1 0,-20-120 0,3 97 0,-6 1 0,-6 2 0,-96-248 0,101 319 0,-3 1 0,-3 1 0,-45-58 0,-136-138 0,167 206 0,-102-76 0,-67-24 0,161 112 0,-3 2 0,-1 3 0,0 3 0,-3 2 0,-109-27 0,73 30 0,-2 4 0,1 5 0,-107 0 0,-682 11 0,382 5 0,-255-5 0,703 4 0,1 1 0,0 3 0,0 3 0,1 1 0,-77 28 0,45-7 0,2 4 0,-127 73 0,98-40 0,3 6 0,-138 119 0,106-77 0,-4-5 0,-6-8 0,-4-6 0,-4-7 0,-211 86 0,164-87 0,-111 45 0,226-101 0,-145 34 0,-598 82 0,-12-81 0,-334-118-593,877 24 494,-368-35 52,4-37 74,-256-103-27,-250-127 0,620 144 356,374 114-178,-175-93 0,-410-290-178,482 276 0,-382-255 0,213 134 0,-216-54 0,261 151 0,286 132 0,-141-101 0,191 114 0,-90-87 0,124 108 0,-49-34 0,12 10 0,46 34 0,-2 1 0,-1 1 0,0 2 0,-2 1 0,0 2 0,-1 1 0,-1 2 0,-39-10 0,-15-1 0,55 14 0,0 2 0,-1 1 0,-52-5 0,78 13 0,1-1 0,-1-1 0,0 0 0,0-1 0,1 0 0,-1 0 0,1-1 0,0-1 0,-15-8 0,10 6 0,-1 0 0,-1 0 0,-17-3 0,21 6 0,0 0 0,0 0 0,0-1 0,1-1 0,0 0 0,-19-13 0,-11-16 0,-58-66 0,69 68 0,-1 1 0,-1 1 0,-46-32 0,73 60-227,1-1-1,0 0 1,0 0-1,0 0 1,-9-10-1,8 2-6598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4T13:43:08.2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3164 17 24575,'-163'8'0,"-283"54"0,209-23 0,-708 121-568,831-139 611,-100 22-54,165-30 190,0 2-1,-60 29 1,57-18-179,1 3 0,1 2 0,1 2 0,2 2 0,2 3 0,1 2 0,-55 64 0,96-101 0,-76 87 0,-73 109 0,137-175 0,2 1 0,0 1 0,1 0 0,2 1 0,-10 37 0,-25 144 0,41-186 0,-9 46 0,4-1 0,2 1 0,3 1 0,3-1 0,3 0 0,2 1 0,24 127 0,165 471 0,-99-367 0,52 229 0,2-68 0,-116-381 0,3 0 0,4-3 0,72 111 0,-81-148 0,2-1 0,1-2 0,2-1 0,73 57 0,172 98 0,-228-161 0,2-2 0,0-2 0,1-3 0,1-2 0,1-4 0,86 16 0,317 27 0,191 40 0,-576-81 0,350 95 0,-308-77 0,177 86 0,-197-74 0,-2 4 0,-2 5 0,-3 4 0,-2 4 0,111 110 0,-90-55 0,117 167 0,-170-204 0,-44-63 0,0-1 0,2 0 0,0-1 0,2-1 0,0 0 0,29 25 0,157 99 0,-65-48 0,245 178-264,1152 802-1980,-1031-756 3726,-295-191-980,-133-80-140,31 17-281,195 157 0,354 361-81,-226-155 0,-33 37 0,73 80 0,-339-411 0,6-7 0,5-5 0,5-7 0,4-8 0,4-6 0,4-8 0,4-7 0,210 77 0,-236-116 0,262 49 0,148-21 0,-37 7 0,-27-3 0,-322-59 0,504 38 0,-421-66 0,-204 5 0,-1-3 0,1-1 0,-1-2 0,42-18 0,-12-2 0,-3-3 0,0-3 0,115-88 0,-93 53 0,151-162 0,-191 178 0,-3-2 0,-2-3 0,-2-1 0,-3-2 0,47-110 0,-20 15 0,57-218 0,-86 234 0,-5-2 0,-6 0 0,9-207 0,-26-447 0,-10 470 0,2 281 0,-2 0 0,-3 1 0,-1 0 0,-21-77 0,-77-170 0,77 225 0,-66-154 0,68 166 0,-66-99 0,56 96 0,2-1 0,-29-71 0,11 20 0,-196-327 0,78 148 0,50 68 0,-62-110 0,-450-638 0,561 879 0,-139-137 0,-108-51 0,195 186 0,-2 5 0,-226-116 0,173 119 0,-297-94 0,320 130 0,-594-201 0,438 136 0,-481-202 0,617 223 0,-180-130 0,-6-4 0,-132-40 0,81 45 0,229 132 0,-212-73 0,226 98 0,-12-4 0,-107-44 0,-85-78 0,315 158 0,-230-145 0,182 111 0,-4 6 0,-136-55 0,182 87 0,27 14 0,-48-11 0,60 19 0,-1 0 0,1-2 0,0-2 0,-45-25 0,-40-26 0,10 6 0,-35-17 0,12 9 0,88 44 0,-41-15 0,44 21 0,-58-34 0,61 30 0,0 2 0,0 2 0,-49-18 0,-99-19 0,96 29 0,-25 0 0,68 15 0,-65-21 0,14-3 0,-170-70 0,212 77 0,-2 3 0,0 2 0,-1 2 0,-93-17 0,93 24 0,0-2 0,1-2 0,-73-33 0,103 39 0,-5 0 0,-1 0 0,1 2 0,-1 1 0,-50-3 0,-106 9 0,74 2 0,27-1 0,-99-5 0,174 3-8,0-1-1,0 0 1,0-1-1,0 1 1,0-1-1,0 0 0,1 0 1,-1-1-1,1 1 1,0-1-1,-1 0 1,1 0-1,0-1 1,1 1-1,-1-1 1,0 0-1,1 0 0,0 0 1,0-1-1,0 1 1,-2-6-1,-15-19-1168,8 15-5649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4T17:26:57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1586 4152 24575,'-5'1'0,"-1"-1"0,1 1 0,-1 0 0,1 1 0,0-1 0,-1 1 0,1 0 0,0 1 0,-6 3 0,-45 32 0,38-25 0,-66 50 0,-100 98 0,-63 89 0,50-48 0,-54 22 0,93-86 0,121-100 0,2 1 0,2 2 0,-45 72 0,49-69 0,14-23 0,0 1 0,2 1 0,0 0 0,2 0 0,1 2 0,0-1 0,2 1 0,1 0 0,1 1 0,-4 38 0,8 228 0,5-151 0,-2-109 0,3 0 0,0 0 0,2 0 0,1 0 0,2-1 0,1 0 0,1 0 0,1-2 0,28 48 0,16 14 0,106 129 0,-157-214 0,49 62 0,3-3 0,4-2 0,2-3 0,2-3 0,3-3 0,85 53 0,-102-79 0,2-1 0,0-3 0,2-2 0,0-3 0,1-2 0,1-3 0,65 9 0,33-6 0,223-4 0,2903-15 0,-2851-19 0,-1-25 0,-196 20 0,-85 7 0,-1-6 0,269-84 0,-349 88 0,-15 5 0,0-1 0,-1-3 0,89-50 0,50-41 0,6 8 0,260-98 0,-222 111 0,261-106 0,-58 46 0,11 44 0,-389 93 0,-1-2 0,75-30 0,-104 32 0,-1 0 0,0-2 0,-1-1 0,0-2 0,-1 0 0,26-26 0,-32 28 0,33-22 0,9-6 0,409-311 0,-319 258 0,28-20 0,405-256 0,-516 335 0,365-223 0,-284 177 0,-67 40 0,-12 9 0,141-47 0,-60 26 0,283-110 0,-169 50 0,-190 72 0,-53 30 0,0 0 0,1 2 0,40-15 0,84-19 0,275-99 0,94-48 0,-454 168 0,-1-2 0,110-67 0,-144 75 0,-1-2 0,-1 0 0,-1-2 0,23-26 0,-15 15 0,-6 6 0,-1-1 0,-2-1 0,0-2 0,-3 0 0,0-1 0,-3-1 0,19-44 0,-21 34 0,-2 0 0,-1 0 0,-3-1 0,-1-1 0,4-80 0,-9-492 0,-7 329 0,1 178 0,-29-207 0,19 256 0,-2 0 0,-3 0 0,-2 2 0,-49-102 0,-169-255 0,217 387 0,-2 0 0,0 2 0,-2 0 0,-1 2 0,-1 1 0,-1 1 0,-35-24 0,20 20 0,-2 1 0,-1 2 0,0 2 0,-73-25 0,58 30 0,0 2 0,-73-10 0,-128-3 0,217 24 0,-413-15 0,159 12 0,-541-8 0,773 22 0,0 3 0,0 2 0,-127 41 0,177-47 0,-396 106 0,146-66 0,-100 20 0,251-39 0,-130 48 0,-168 94 0,357-144 0,-313 162 0,66-30 0,240-124 0,1 3 0,-105 78 0,-98 108 0,59-31 0,-26 22 0,227-208 0,-556 454 0,461-385 0,-175 121 0,-15-23 0,190-122 0,-3-4 0,-186 54 0,-447 122 0,623-176 0,-166 91 0,-91 84 0,118-68 0,56-30 0,-149 79 0,324-190 0,0-2 0,-1 0 0,-1-2 0,1 0 0,-1-2 0,0 0 0,0-1 0,0-2 0,-1 0 0,-28-2 0,-50-1 0,-38-3 0,53-8 0,55 6 0,-52-2 0,34 6 0,-4 0 0,-1 1 0,1 3 0,-98 17 0,68-2 0,-105 7 0,113-13 0,-114 30 0,123-23 0,-1-3 0,-84 6 0,-264-17 0,210-7 0,-292 3 0,478 1 0,-1 1 0,-35 9 0,34-6 0,0-1 0,-26 1 0,33-4 0,1 1 0,0 0 0,0 1 0,0 1 0,0 0 0,-16 8 0,-3 0 0,-33 7-1365,50-12-5461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E463B9-8163-43C1-AA60-D91477B515E0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33D8F-B407-4B34-9858-DEA04DCE2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40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B33D8F-B407-4B34-9858-DEA04DCE21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20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E1BDA-1AAA-0F07-0278-D7A247A39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2D5FDF-7F72-0F5B-5CD4-BF91B7BE8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F233A4-035C-6352-CC17-55D654C31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7B451-DEBB-58D7-DA5A-711A533A1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B33D8F-B407-4B34-9858-DEA04DCE21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229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B33D8F-B407-4B34-9858-DEA04DCE21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755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8781-381E-4F94-E23D-9E0AAAD93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73CEB8-94C5-6DC1-A4BE-A8675605A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E0A2B-8072-B81C-FA36-F7CD57BD0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4988B-C8F8-D333-9720-E9A020EA1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64CDA-E298-BF52-8347-A8A08AF24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155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E3475-3002-304C-DBA0-E9BCBC5C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B879F-B051-2A7F-FDE6-69B32C3DC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65221-5813-B5C6-0EE6-EA4EB6D95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1D706-E7FD-6A29-6B2D-9D1783874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1EBD6-F5C7-13C8-759B-39E992643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27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0FDC4-5B4E-FD69-265B-C76B37D7E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1CCC2-C159-5464-3864-6EBA5FA90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BA9EA-A294-4C41-3BCE-EA2144DD2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1C981-F1F7-A258-28E5-EFEE2CA05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5D6F8-F7AC-B4CE-42A0-C5F3923C7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85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7F82-779F-C6B5-A62F-09F42FF8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253E8-AA82-F5E1-0902-368A2FB31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01AF7-CB7F-AB8F-4B67-63C8944B6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28719B-FB9F-A6E0-8DB1-E7ADCDAC0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4B0FC-E35C-F756-EECE-4855F718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E3C17-40BD-B096-CF25-23FC149A3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183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C7DD1-2A21-F169-1446-6081DC21F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F6530-CEB1-1A7E-C96B-301EBCC23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529D9-9E05-879C-0AD2-C95D0DC86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A985EE-8A42-4150-FF94-0286329ABB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CCCDD-C763-3B72-67E5-32F3B3C34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B7317-76EF-0231-2638-19993FEB7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5E23CC-82FA-3A07-9484-C4364D3EB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015DA9-3CE0-DAB4-C631-1627BDFC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129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49840-8DA0-FB1C-F070-A8840AE90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9601EC-1277-1950-0369-C1303EAF4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A6E2B6-4EC0-2B7D-C3B6-B9D594716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BAC011-721A-6064-BB19-544BBE05D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056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1653B-94D5-EAA9-AD3C-5F84E1208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997E1F-CDF3-84EA-DE1D-6CA612F93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5505-63CB-D495-E1F7-690B8A484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7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BFDC-3276-31A2-1D38-BA2C4180E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8BF2F-7FDD-3EF9-46FF-AEF3766CF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8C784B-5713-BEF1-4DD4-FCD52006A6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C91BF-6E81-A091-C548-2FFA1A969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054A0B-4A84-378F-B9CA-74840006D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3C852-4360-A059-BBFE-DA342E023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660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4D8D6-CFC4-9633-ACA9-9802C8B4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78B74B-1B19-0757-1130-151FF7A57F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D6030B-AD7A-47AD-A947-021070E9E7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D2D75-B85B-FE08-592E-6BDA00D29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4BE1B7-63C6-DBC6-EFEF-8059A3734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FD0CA-8A47-6744-50FC-2CE0A37D1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81F29-824A-1B68-48D4-26F8C33D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E4153E-C141-37EA-5F6C-7350D7593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F634-C680-57B4-5278-25CBCB05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0E4A8-0E2A-6F61-61FD-3EEFA1C18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B5FC2-CF34-8D51-B40B-09D0F956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30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50DF42-F386-594C-71BA-B8424A52B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095DD9-C6E3-170B-23E6-D023613374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18655-4435-6E82-2048-5640A0B6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633BA1-6313-EDB6-BA76-87B96D994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41756-F355-2EC6-1FC0-11C3C7A2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65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941740-D531-AB2F-2C6B-58C3A42E0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5A8DD-9672-D262-9FCD-8BCF5827A4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3CE6A-AB03-FDAB-D418-DC61D0019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3B7C36-EBDE-4176-8197-B8F6B28B3B0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6A668-ACC8-B12B-EA7B-C3473FAF1E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4BE8E-ACE5-8455-FAA0-BF8A90252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DDA0D-C972-4398-92A8-C6981A4366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18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customXml" Target="../ink/ink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7DDC1-A24E-EFC6-6099-1C6E6FB220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Exams 1 – Milestone2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472705-D646-8A83-85EF-2C3EB4CFCD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Team: Enrollments 1</a:t>
            </a:r>
          </a:p>
          <a:p>
            <a:r>
              <a:rPr lang="en-US" dirty="0"/>
              <a:t>Vojto </a:t>
            </a:r>
            <a:r>
              <a:rPr lang="en-US" dirty="0" err="1"/>
              <a:t>Gáborík</a:t>
            </a:r>
            <a:r>
              <a:rPr lang="en-US" dirty="0"/>
              <a:t> , Veronika Kavanová, Jan Novák, Vojtěch Štěpán</a:t>
            </a:r>
          </a:p>
        </p:txBody>
      </p:sp>
    </p:spTree>
    <p:extLst>
      <p:ext uri="{BB962C8B-B14F-4D97-AF65-F5344CB8AC3E}">
        <p14:creationId xmlns:p14="http://schemas.microsoft.com/office/powerpoint/2010/main" val="3238439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FF1815-0FF2-7E80-A4C9-FD3141715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109524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Administrator wants to change the database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B55D-6038-BC8E-64D2-058BB02A6A81}"/>
              </a:ext>
            </a:extLst>
          </p:cNvPr>
          <p:cNvSpPr txBox="1"/>
          <p:nvPr/>
        </p:nvSpPr>
        <p:spPr>
          <a:xfrm>
            <a:off x="10009238" y="112991"/>
            <a:ext cx="2052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Veronika Kavanová</a:t>
            </a:r>
          </a:p>
        </p:txBody>
      </p:sp>
    </p:spTree>
    <p:extLst>
      <p:ext uri="{BB962C8B-B14F-4D97-AF65-F5344CB8AC3E}">
        <p14:creationId xmlns:p14="http://schemas.microsoft.com/office/powerpoint/2010/main" val="4147812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F040-FAFB-F2A3-B7AD-0E7F7DAE5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55106-27B1-29A3-58F8-F206F137C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US" dirty="0"/>
              <a:t>Modifiability requirement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CEDEC-4449-13C5-357F-E8C590E2A0EF}"/>
              </a:ext>
            </a:extLst>
          </p:cNvPr>
          <p:cNvSpPr txBox="1"/>
          <p:nvPr/>
        </p:nvSpPr>
        <p:spPr>
          <a:xfrm>
            <a:off x="10009238" y="112991"/>
            <a:ext cx="2052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Veronika Kavanová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5713520-A3E5-8E9C-855E-211F89DB0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174" y="2200104"/>
            <a:ext cx="8764223" cy="12288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8466AC4-EA29-259E-36A1-FB8E27708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174" y="3731314"/>
            <a:ext cx="8402223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129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45117-3C84-72A8-6B71-0D5FC6FE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B12AE-2184-B8A8-2322-80F0E5E1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Existing architecture – container view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85986A8-7BF7-543C-4C8D-5AD418DA29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07837" y="1602659"/>
            <a:ext cx="9417854" cy="42316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2017CA-6BF7-BACA-DB5C-1FEAE3D39DB9}"/>
              </a:ext>
            </a:extLst>
          </p:cNvPr>
          <p:cNvSpPr txBox="1"/>
          <p:nvPr/>
        </p:nvSpPr>
        <p:spPr>
          <a:xfrm>
            <a:off x="10009238" y="112991"/>
            <a:ext cx="2052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Veronika Kavanová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9AADACA-8A38-75DC-CDBE-74FD0371A0BF}"/>
                  </a:ext>
                </a:extLst>
              </p14:cNvPr>
              <p14:cNvContentPartPr>
                <a14:cpLocks xmlns:a14="http://schemas.microsoft.com/office/drawing/2010/main"/>
              </p14:cNvContentPartPr>
              <p14:nvPr/>
            </p14:nvContentPartPr>
            <p14:xfrm>
              <a:off x="737420" y="2066886"/>
              <a:ext cx="9776792" cy="4073219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9AADACA-8A38-75DC-CDBE-74FD0371A0BF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300" y="2060766"/>
                <a:ext cx="9789032" cy="40854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880595F-7C21-436A-5951-A2D113EE35F4}"/>
                  </a:ext>
                </a:extLst>
              </p14:cNvPr>
              <p14:cNvContentPartPr>
                <a14:cpLocks xmlns:a14="http://schemas.microsoft.com/office/drawing/2010/main"/>
              </p14:cNvContentPartPr>
              <p14:nvPr/>
            </p14:nvContentPartPr>
            <p14:xfrm>
              <a:off x="4505499" y="1523152"/>
              <a:ext cx="5996112" cy="4527313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880595F-7C21-436A-5951-A2D113EE35F4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99379" y="1517032"/>
                <a:ext cx="6008352" cy="453955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5808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53218-5803-A87A-B78D-750665136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7E309-F380-E39C-CE7B-4E1A90326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Worker -&gt; Exam database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AC6A2-32DD-5DF3-0E1B-E777F819A118}"/>
              </a:ext>
            </a:extLst>
          </p:cNvPr>
          <p:cNvSpPr txBox="1"/>
          <p:nvPr/>
        </p:nvSpPr>
        <p:spPr>
          <a:xfrm>
            <a:off x="10009238" y="112991"/>
            <a:ext cx="2052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Veronika Kavanová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207E59AD-85E7-CD89-F7D8-9738A563B0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30398" y="1690688"/>
            <a:ext cx="6077760" cy="4351338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99218C41-3B06-5492-93BD-1D5D8568DD67}"/>
              </a:ext>
            </a:extLst>
          </p:cNvPr>
          <p:cNvSpPr/>
          <p:nvPr/>
        </p:nvSpPr>
        <p:spPr>
          <a:xfrm>
            <a:off x="5349841" y="3263918"/>
            <a:ext cx="2564395" cy="3253154"/>
          </a:xfrm>
          <a:prstGeom prst="ellipse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5806C0-BA92-9F08-D370-90B1CC274C2E}"/>
              </a:ext>
            </a:extLst>
          </p:cNvPr>
          <p:cNvSpPr txBox="1"/>
          <p:nvPr/>
        </p:nvSpPr>
        <p:spPr>
          <a:xfrm>
            <a:off x="7720414" y="2055553"/>
            <a:ext cx="371732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communication goes through Notification Log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allows for easy changes.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Notification Log can be changed to work with the new database or both of them during the change</a:t>
            </a:r>
          </a:p>
        </p:txBody>
      </p:sp>
    </p:spTree>
    <p:extLst>
      <p:ext uri="{BB962C8B-B14F-4D97-AF65-F5344CB8AC3E}">
        <p14:creationId xmlns:p14="http://schemas.microsoft.com/office/powerpoint/2010/main" val="2715449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1098D-F41B-BCC3-C792-931C56A97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Core -&gt; Exam Database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F4C343-48FF-E3B9-3023-93CABD97D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2868" y="1541450"/>
            <a:ext cx="9605792" cy="4951425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9AA290B-7582-AEBF-56F4-5D6E643ABA01}"/>
              </a:ext>
            </a:extLst>
          </p:cNvPr>
          <p:cNvSpPr/>
          <p:nvPr/>
        </p:nvSpPr>
        <p:spPr>
          <a:xfrm>
            <a:off x="3481713" y="3340509"/>
            <a:ext cx="2732275" cy="3345426"/>
          </a:xfrm>
          <a:prstGeom prst="ellipse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D57F49F-7367-2902-9164-6F96CE645DC4}"/>
                  </a:ext>
                </a:extLst>
              </p14:cNvPr>
              <p14:cNvContentPartPr/>
              <p14:nvPr/>
            </p14:nvContentPartPr>
            <p14:xfrm>
              <a:off x="4003758" y="3748235"/>
              <a:ext cx="5655600" cy="27446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D57F49F-7367-2902-9164-6F96CE645DC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97638" y="3742115"/>
                <a:ext cx="5667840" cy="275688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FBCF97D-3890-0FF1-8F71-43B7D8770C7A}"/>
              </a:ext>
            </a:extLst>
          </p:cNvPr>
          <p:cNvSpPr txBox="1"/>
          <p:nvPr/>
        </p:nvSpPr>
        <p:spPr>
          <a:xfrm>
            <a:off x="9969911" y="1565300"/>
            <a:ext cx="21434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communication goes through Exam Repository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access is abstracted</a:t>
            </a:r>
          </a:p>
        </p:txBody>
      </p:sp>
    </p:spTree>
    <p:extLst>
      <p:ext uri="{BB962C8B-B14F-4D97-AF65-F5344CB8AC3E}">
        <p14:creationId xmlns:p14="http://schemas.microsoft.com/office/powerpoint/2010/main" val="3129764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6BC10-C0CF-0DD2-CAA1-B8BAAF8B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Change: Statistics service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6DAC88-8B78-BC4A-29F4-2C5A0CCD42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1042" y="1572700"/>
            <a:ext cx="3276363" cy="45884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AF655C-5678-9F46-6050-F835E5725BDB}"/>
              </a:ext>
            </a:extLst>
          </p:cNvPr>
          <p:cNvSpPr txBox="1"/>
          <p:nvPr/>
        </p:nvSpPr>
        <p:spPr>
          <a:xfrm>
            <a:off x="6096000" y="1851409"/>
            <a:ext cx="508327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Split Statistics Service into two components: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Statistics Service now only deals with business logic – calculating results and building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Statistics Repository deals with the communication with the Exam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Database access is again abstracted and easily changed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61043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138</Words>
  <Application>Microsoft Office PowerPoint</Application>
  <PresentationFormat>Widescreen</PresentationFormat>
  <Paragraphs>27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Exams 1 – Milestone2</vt:lpstr>
      <vt:lpstr>Administrator wants to change the database</vt:lpstr>
      <vt:lpstr>Requirement description</vt:lpstr>
      <vt:lpstr>Existing architecture – container view</vt:lpstr>
      <vt:lpstr>Notification Worker -&gt; Exam database</vt:lpstr>
      <vt:lpstr>Application Core -&gt; Exam Database</vt:lpstr>
      <vt:lpstr>Change: Statistics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Veronika Kavanová</dc:creator>
  <cp:lastModifiedBy>Veronika Kavanová</cp:lastModifiedBy>
  <cp:revision>4</cp:revision>
  <dcterms:created xsi:type="dcterms:W3CDTF">2026-01-04T11:02:43Z</dcterms:created>
  <dcterms:modified xsi:type="dcterms:W3CDTF">2026-01-04T17:35:43Z</dcterms:modified>
</cp:coreProperties>
</file>